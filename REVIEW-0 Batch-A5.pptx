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2" r:id="rId2"/>
  </p:sldMasterIdLst>
  <p:notesMasterIdLst>
    <p:notesMasterId r:id="rId14"/>
  </p:notesMasterIdLst>
  <p:sldIdLst>
    <p:sldId id="267" r:id="rId3"/>
    <p:sldId id="257" r:id="rId4"/>
    <p:sldId id="278" r:id="rId5"/>
    <p:sldId id="258" r:id="rId6"/>
    <p:sldId id="259" r:id="rId7"/>
    <p:sldId id="260" r:id="rId8"/>
    <p:sldId id="261" r:id="rId9"/>
    <p:sldId id="263" r:id="rId10"/>
    <p:sldId id="264" r:id="rId11"/>
    <p:sldId id="265" r:id="rId12"/>
    <p:sldId id="266" r:id="rId13"/>
  </p:sldIdLst>
  <p:sldSz cx="12192000" cy="6858000"/>
  <p:notesSz cx="7559675" cy="106918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15:guide id="1" orient="horz" pos="2160" userDrawn="1">
          <p15:clr>
            <a:srgbClr val="A4A3A4"/>
          </p15:clr>
        </p15:guide>
        <p15:guide id="2" pos="3835"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howGuides="1">
      <p:cViewPr>
        <p:scale>
          <a:sx n="75" d="100"/>
          <a:sy n="75" d="100"/>
        </p:scale>
        <p:origin x="-296" y="68"/>
      </p:cViewPr>
      <p:guideLst>
        <p:guide orient="horz" pos="2160"/>
        <p:guide pos="3835"/>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tableStyles" Target="tableStyles.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presProps" Target="presProps.xml"/><Relationship Id="rId10" Type="http://schemas.openxmlformats.org/officeDocument/2006/relationships/slide" Target="slides/slide8.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276600" cy="5349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4281488" y="0"/>
            <a:ext cx="3276600" cy="534988"/>
          </a:xfrm>
          <a:prstGeom prst="rect">
            <a:avLst/>
          </a:prstGeom>
        </p:spPr>
        <p:txBody>
          <a:bodyPr vert="horz" lIns="91440" tIns="45720" rIns="91440" bIns="45720" rtlCol="0"/>
          <a:lstStyle>
            <a:lvl1pPr algn="r">
              <a:defRPr sz="1200"/>
            </a:lvl1pPr>
          </a:lstStyle>
          <a:p>
            <a:fld id="{92414672-7F74-4670-9356-5FF07953FE6B}" type="datetimeFigureOut">
              <a:rPr lang="en-US" smtClean="0"/>
              <a:t>19-Dec-25</a:t>
            </a:fld>
            <a:endParaRPr lang="en-US"/>
          </a:p>
        </p:txBody>
      </p:sp>
      <p:sp>
        <p:nvSpPr>
          <p:cNvPr id="4" name="Slide Image Placeholder 3"/>
          <p:cNvSpPr>
            <a:spLocks noGrp="1" noRot="1" noChangeAspect="1"/>
          </p:cNvSpPr>
          <p:nvPr>
            <p:ph type="sldImg" idx="2"/>
          </p:nvPr>
        </p:nvSpPr>
        <p:spPr>
          <a:xfrm>
            <a:off x="215900" y="801688"/>
            <a:ext cx="7127875" cy="401002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755650" y="5078413"/>
            <a:ext cx="6048375" cy="481171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10155238"/>
            <a:ext cx="3276600" cy="5349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4281488" y="10155238"/>
            <a:ext cx="3276600" cy="534987"/>
          </a:xfrm>
          <a:prstGeom prst="rect">
            <a:avLst/>
          </a:prstGeom>
        </p:spPr>
        <p:txBody>
          <a:bodyPr vert="horz" lIns="91440" tIns="45720" rIns="91440" bIns="45720" rtlCol="0" anchor="b"/>
          <a:lstStyle>
            <a:lvl1pPr algn="r">
              <a:defRPr sz="1200"/>
            </a:lvl1pPr>
          </a:lstStyle>
          <a:p>
            <a:fld id="{28FC78BE-84F6-4F5F-974A-47A573FE2857}" type="slidenum">
              <a:rPr lang="en-US" smtClean="0"/>
              <a:t>‹#›</a:t>
            </a:fld>
            <a:endParaRPr lang="en-US"/>
          </a:p>
        </p:txBody>
      </p:sp>
    </p:spTree>
    <p:extLst>
      <p:ext uri="{BB962C8B-B14F-4D97-AF65-F5344CB8AC3E}">
        <p14:creationId xmlns:p14="http://schemas.microsoft.com/office/powerpoint/2010/main" val="403500841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28FC78BE-84F6-4F5F-974A-47A573FE2857}" type="slidenum">
              <a:rPr lang="en-US" smtClean="0"/>
              <a:t>2</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28FC78BE-84F6-4F5F-974A-47A573FE2857}" type="slidenum">
              <a:rPr lang="en-US" smtClean="0"/>
              <a:t>3</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7" name="PlaceHolder 1"/>
          <p:cNvSpPr>
            <a:spLocks noGrp="1"/>
          </p:cNvSpPr>
          <p:nvPr>
            <p:ph type="title"/>
          </p:nvPr>
        </p:nvSpPr>
        <p:spPr>
          <a:xfrm>
            <a:off x="0" y="232920"/>
            <a:ext cx="12191760" cy="714600"/>
          </a:xfrm>
          <a:prstGeom prst="rect">
            <a:avLst/>
          </a:prstGeom>
          <a:noFill/>
          <a:ln w="0">
            <a:noFill/>
          </a:ln>
        </p:spPr>
        <p:txBody>
          <a:bodyPr lIns="0" tIns="0" rIns="0" bIns="0" anchor="ctr">
            <a:noAutofit/>
          </a:bodyPr>
          <a:lstStyle/>
          <a:p>
            <a:endParaRPr lang="en-US" sz="1800" b="0" strike="noStrike" spc="-1">
              <a:solidFill>
                <a:srgbClr val="000000"/>
              </a:solidFill>
              <a:latin typeface="Calibri" panose="020F0502020204030204"/>
            </a:endParaRPr>
          </a:p>
        </p:txBody>
      </p:sp>
      <p:sp>
        <p:nvSpPr>
          <p:cNvPr id="8" name="PlaceHolder 2"/>
          <p:cNvSpPr>
            <a:spLocks noGrp="1"/>
          </p:cNvSpPr>
          <p:nvPr>
            <p:ph type="subTitle"/>
          </p:nvPr>
        </p:nvSpPr>
        <p:spPr>
          <a:xfrm>
            <a:off x="199440" y="1097280"/>
            <a:ext cx="11778840" cy="5394600"/>
          </a:xfrm>
          <a:prstGeom prst="rect">
            <a:avLst/>
          </a:prstGeom>
          <a:noFill/>
          <a:ln w="0">
            <a:noFill/>
          </a:ln>
        </p:spPr>
        <p:txBody>
          <a:bodyPr lIns="0" tIns="0" rIns="0" bIns="0" anchor="ctr">
            <a:noAutofit/>
          </a:bodyPr>
          <a:lstStyle/>
          <a:p>
            <a:pPr algn="ctr"/>
            <a:endParaRPr lang="en-IN" sz="3200" b="0" strike="noStrike" spc="-1">
              <a:latin typeface="Arial" panose="020B0604020202020204"/>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9" name="PlaceHolder 1"/>
          <p:cNvSpPr>
            <a:spLocks noGrp="1"/>
          </p:cNvSpPr>
          <p:nvPr>
            <p:ph type="title"/>
          </p:nvPr>
        </p:nvSpPr>
        <p:spPr>
          <a:xfrm>
            <a:off x="0" y="232920"/>
            <a:ext cx="12191760" cy="714600"/>
          </a:xfrm>
          <a:prstGeom prst="rect">
            <a:avLst/>
          </a:prstGeom>
          <a:noFill/>
          <a:ln w="0">
            <a:noFill/>
          </a:ln>
        </p:spPr>
        <p:txBody>
          <a:bodyPr lIns="0" tIns="0" rIns="0" bIns="0" anchor="ctr">
            <a:noAutofit/>
          </a:bodyPr>
          <a:lstStyle/>
          <a:p>
            <a:endParaRPr lang="en-US" sz="1800" b="0" strike="noStrike" spc="-1">
              <a:solidFill>
                <a:srgbClr val="000000"/>
              </a:solidFill>
              <a:latin typeface="Calibri" panose="020F0502020204030204"/>
            </a:endParaRPr>
          </a:p>
        </p:txBody>
      </p:sp>
      <p:sp>
        <p:nvSpPr>
          <p:cNvPr id="10" name="PlaceHolder 2"/>
          <p:cNvSpPr>
            <a:spLocks noGrp="1"/>
          </p:cNvSpPr>
          <p:nvPr>
            <p:ph/>
          </p:nvPr>
        </p:nvSpPr>
        <p:spPr>
          <a:xfrm>
            <a:off x="199440" y="1097280"/>
            <a:ext cx="11778840" cy="5394600"/>
          </a:xfrm>
          <a:prstGeom prst="rect">
            <a:avLst/>
          </a:prstGeom>
          <a:noFill/>
          <a:ln w="0">
            <a:noFill/>
          </a:ln>
        </p:spPr>
        <p:txBody>
          <a:bodyPr lIns="0" tIns="0" rIns="0" bIns="0" anchor="t">
            <a:normAutofit/>
          </a:bodyPr>
          <a:lstStyle/>
          <a:p>
            <a:pPr algn="just">
              <a:spcBef>
                <a:spcPts val="1415"/>
              </a:spcBef>
            </a:pPr>
            <a:endParaRPr lang="en-US" sz="2800" b="0" strike="noStrike" spc="-1">
              <a:solidFill>
                <a:srgbClr val="000000"/>
              </a:solidFill>
              <a:latin typeface="Times New Roman" panose="02020603050405020304"/>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11" name="PlaceHolder 1"/>
          <p:cNvSpPr>
            <a:spLocks noGrp="1"/>
          </p:cNvSpPr>
          <p:nvPr>
            <p:ph type="title"/>
          </p:nvPr>
        </p:nvSpPr>
        <p:spPr>
          <a:xfrm>
            <a:off x="0" y="232920"/>
            <a:ext cx="12191760" cy="714600"/>
          </a:xfrm>
          <a:prstGeom prst="rect">
            <a:avLst/>
          </a:prstGeom>
          <a:noFill/>
          <a:ln w="0">
            <a:noFill/>
          </a:ln>
        </p:spPr>
        <p:txBody>
          <a:bodyPr lIns="0" tIns="0" rIns="0" bIns="0" anchor="ctr">
            <a:noAutofit/>
          </a:bodyPr>
          <a:lstStyle/>
          <a:p>
            <a:endParaRPr lang="en-US" sz="1800" b="0" strike="noStrike" spc="-1">
              <a:solidFill>
                <a:srgbClr val="000000"/>
              </a:solidFill>
              <a:latin typeface="Calibri" panose="020F0502020204030204"/>
            </a:endParaRPr>
          </a:p>
        </p:txBody>
      </p:sp>
      <p:sp>
        <p:nvSpPr>
          <p:cNvPr id="12" name="PlaceHolder 2"/>
          <p:cNvSpPr>
            <a:spLocks noGrp="1"/>
          </p:cNvSpPr>
          <p:nvPr>
            <p:ph/>
          </p:nvPr>
        </p:nvSpPr>
        <p:spPr>
          <a:xfrm>
            <a:off x="199440" y="1097280"/>
            <a:ext cx="5747760" cy="5394600"/>
          </a:xfrm>
          <a:prstGeom prst="rect">
            <a:avLst/>
          </a:prstGeom>
          <a:noFill/>
          <a:ln w="0">
            <a:noFill/>
          </a:ln>
        </p:spPr>
        <p:txBody>
          <a:bodyPr lIns="0" tIns="0" rIns="0" bIns="0" anchor="t">
            <a:normAutofit/>
          </a:bodyPr>
          <a:lstStyle/>
          <a:p>
            <a:pPr algn="just">
              <a:spcBef>
                <a:spcPts val="1415"/>
              </a:spcBef>
            </a:pPr>
            <a:endParaRPr lang="en-US" sz="2800" b="0" strike="noStrike" spc="-1">
              <a:solidFill>
                <a:srgbClr val="000000"/>
              </a:solidFill>
              <a:latin typeface="Times New Roman" panose="02020603050405020304"/>
            </a:endParaRPr>
          </a:p>
        </p:txBody>
      </p:sp>
      <p:sp>
        <p:nvSpPr>
          <p:cNvPr id="13" name="PlaceHolder 3"/>
          <p:cNvSpPr>
            <a:spLocks noGrp="1"/>
          </p:cNvSpPr>
          <p:nvPr>
            <p:ph/>
          </p:nvPr>
        </p:nvSpPr>
        <p:spPr>
          <a:xfrm>
            <a:off x="6234840" y="1097280"/>
            <a:ext cx="5747760" cy="5394600"/>
          </a:xfrm>
          <a:prstGeom prst="rect">
            <a:avLst/>
          </a:prstGeom>
          <a:noFill/>
          <a:ln w="0">
            <a:noFill/>
          </a:ln>
        </p:spPr>
        <p:txBody>
          <a:bodyPr lIns="0" tIns="0" rIns="0" bIns="0" anchor="t">
            <a:normAutofit/>
          </a:bodyPr>
          <a:lstStyle/>
          <a:p>
            <a:pPr algn="just">
              <a:spcBef>
                <a:spcPts val="1415"/>
              </a:spcBef>
            </a:pPr>
            <a:endParaRPr lang="en-US" sz="2800" b="0" strike="noStrike" spc="-1">
              <a:solidFill>
                <a:srgbClr val="000000"/>
              </a:solidFill>
              <a:latin typeface="Times New Roman" panose="02020603050405020304"/>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4" name="PlaceHolder 1"/>
          <p:cNvSpPr>
            <a:spLocks noGrp="1"/>
          </p:cNvSpPr>
          <p:nvPr>
            <p:ph type="title"/>
          </p:nvPr>
        </p:nvSpPr>
        <p:spPr>
          <a:xfrm>
            <a:off x="0" y="232920"/>
            <a:ext cx="12191760" cy="714600"/>
          </a:xfrm>
          <a:prstGeom prst="rect">
            <a:avLst/>
          </a:prstGeom>
          <a:noFill/>
          <a:ln w="0">
            <a:noFill/>
          </a:ln>
        </p:spPr>
        <p:txBody>
          <a:bodyPr lIns="0" tIns="0" rIns="0" bIns="0" anchor="ctr">
            <a:noAutofit/>
          </a:bodyPr>
          <a:lstStyle/>
          <a:p>
            <a:endParaRPr lang="en-US" sz="1800" b="0" strike="noStrike" spc="-1">
              <a:solidFill>
                <a:srgbClr val="000000"/>
              </a:solidFill>
              <a:latin typeface="Calibri" panose="020F0502020204030204"/>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15" name="PlaceHolder 1"/>
          <p:cNvSpPr>
            <a:spLocks noGrp="1"/>
          </p:cNvSpPr>
          <p:nvPr>
            <p:ph type="subTitle"/>
          </p:nvPr>
        </p:nvSpPr>
        <p:spPr>
          <a:xfrm>
            <a:off x="0" y="232920"/>
            <a:ext cx="12191760" cy="3313800"/>
          </a:xfrm>
          <a:prstGeom prst="rect">
            <a:avLst/>
          </a:prstGeom>
          <a:noFill/>
          <a:ln w="0">
            <a:noFill/>
          </a:ln>
        </p:spPr>
        <p:txBody>
          <a:bodyPr lIns="0" tIns="0" rIns="0" bIns="0" anchor="ctr">
            <a:noAutofit/>
          </a:bodyPr>
          <a:lstStyle/>
          <a:p>
            <a:pPr algn="ctr"/>
            <a:endParaRPr lang="en-IN" sz="3200" b="0" strike="noStrike" spc="-1">
              <a:latin typeface="Arial" panose="020B0604020202020204"/>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16" name="PlaceHolder 1"/>
          <p:cNvSpPr>
            <a:spLocks noGrp="1"/>
          </p:cNvSpPr>
          <p:nvPr>
            <p:ph type="title"/>
          </p:nvPr>
        </p:nvSpPr>
        <p:spPr>
          <a:xfrm>
            <a:off x="0" y="232920"/>
            <a:ext cx="12191760" cy="714600"/>
          </a:xfrm>
          <a:prstGeom prst="rect">
            <a:avLst/>
          </a:prstGeom>
          <a:noFill/>
          <a:ln w="0">
            <a:noFill/>
          </a:ln>
        </p:spPr>
        <p:txBody>
          <a:bodyPr lIns="0" tIns="0" rIns="0" bIns="0" anchor="ctr">
            <a:noAutofit/>
          </a:bodyPr>
          <a:lstStyle/>
          <a:p>
            <a:endParaRPr lang="en-US" sz="1800" b="0" strike="noStrike" spc="-1">
              <a:solidFill>
                <a:srgbClr val="000000"/>
              </a:solidFill>
              <a:latin typeface="Calibri" panose="020F0502020204030204"/>
            </a:endParaRPr>
          </a:p>
        </p:txBody>
      </p:sp>
      <p:sp>
        <p:nvSpPr>
          <p:cNvPr id="17" name="PlaceHolder 2"/>
          <p:cNvSpPr>
            <a:spLocks noGrp="1"/>
          </p:cNvSpPr>
          <p:nvPr>
            <p:ph/>
          </p:nvPr>
        </p:nvSpPr>
        <p:spPr>
          <a:xfrm>
            <a:off x="199440" y="1097280"/>
            <a:ext cx="5747760" cy="2572920"/>
          </a:xfrm>
          <a:prstGeom prst="rect">
            <a:avLst/>
          </a:prstGeom>
          <a:noFill/>
          <a:ln w="0">
            <a:noFill/>
          </a:ln>
        </p:spPr>
        <p:txBody>
          <a:bodyPr lIns="0" tIns="0" rIns="0" bIns="0" anchor="t">
            <a:normAutofit/>
          </a:bodyPr>
          <a:lstStyle/>
          <a:p>
            <a:pPr algn="just">
              <a:spcBef>
                <a:spcPts val="1415"/>
              </a:spcBef>
            </a:pPr>
            <a:endParaRPr lang="en-US" sz="2800" b="0" strike="noStrike" spc="-1">
              <a:solidFill>
                <a:srgbClr val="000000"/>
              </a:solidFill>
              <a:latin typeface="Times New Roman" panose="02020603050405020304"/>
            </a:endParaRPr>
          </a:p>
        </p:txBody>
      </p:sp>
      <p:sp>
        <p:nvSpPr>
          <p:cNvPr id="18" name="PlaceHolder 3"/>
          <p:cNvSpPr>
            <a:spLocks noGrp="1"/>
          </p:cNvSpPr>
          <p:nvPr>
            <p:ph/>
          </p:nvPr>
        </p:nvSpPr>
        <p:spPr>
          <a:xfrm>
            <a:off x="6234840" y="1097280"/>
            <a:ext cx="5747760" cy="5394600"/>
          </a:xfrm>
          <a:prstGeom prst="rect">
            <a:avLst/>
          </a:prstGeom>
          <a:noFill/>
          <a:ln w="0">
            <a:noFill/>
          </a:ln>
        </p:spPr>
        <p:txBody>
          <a:bodyPr lIns="0" tIns="0" rIns="0" bIns="0" anchor="t">
            <a:normAutofit/>
          </a:bodyPr>
          <a:lstStyle/>
          <a:p>
            <a:pPr algn="just">
              <a:spcBef>
                <a:spcPts val="1415"/>
              </a:spcBef>
            </a:pPr>
            <a:endParaRPr lang="en-US" sz="2800" b="0" strike="noStrike" spc="-1">
              <a:solidFill>
                <a:srgbClr val="000000"/>
              </a:solidFill>
              <a:latin typeface="Times New Roman" panose="02020603050405020304"/>
            </a:endParaRPr>
          </a:p>
        </p:txBody>
      </p:sp>
      <p:sp>
        <p:nvSpPr>
          <p:cNvPr id="19" name="PlaceHolder 4"/>
          <p:cNvSpPr>
            <a:spLocks noGrp="1"/>
          </p:cNvSpPr>
          <p:nvPr>
            <p:ph/>
          </p:nvPr>
        </p:nvSpPr>
        <p:spPr>
          <a:xfrm>
            <a:off x="199440" y="3915000"/>
            <a:ext cx="5747760" cy="2572920"/>
          </a:xfrm>
          <a:prstGeom prst="rect">
            <a:avLst/>
          </a:prstGeom>
          <a:noFill/>
          <a:ln w="0">
            <a:noFill/>
          </a:ln>
        </p:spPr>
        <p:txBody>
          <a:bodyPr lIns="0" tIns="0" rIns="0" bIns="0" anchor="t">
            <a:normAutofit/>
          </a:bodyPr>
          <a:lstStyle/>
          <a:p>
            <a:pPr algn="just">
              <a:spcBef>
                <a:spcPts val="1415"/>
              </a:spcBef>
            </a:pPr>
            <a:endParaRPr lang="en-US" sz="2800" b="0" strike="noStrike" spc="-1">
              <a:solidFill>
                <a:srgbClr val="000000"/>
              </a:solidFill>
              <a:latin typeface="Times New Roman" panose="02020603050405020304"/>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20" name="PlaceHolder 1"/>
          <p:cNvSpPr>
            <a:spLocks noGrp="1"/>
          </p:cNvSpPr>
          <p:nvPr>
            <p:ph type="title"/>
          </p:nvPr>
        </p:nvSpPr>
        <p:spPr>
          <a:xfrm>
            <a:off x="0" y="232920"/>
            <a:ext cx="12191760" cy="714600"/>
          </a:xfrm>
          <a:prstGeom prst="rect">
            <a:avLst/>
          </a:prstGeom>
          <a:noFill/>
          <a:ln w="0">
            <a:noFill/>
          </a:ln>
        </p:spPr>
        <p:txBody>
          <a:bodyPr lIns="0" tIns="0" rIns="0" bIns="0" anchor="ctr">
            <a:noAutofit/>
          </a:bodyPr>
          <a:lstStyle/>
          <a:p>
            <a:endParaRPr lang="en-US" sz="1800" b="0" strike="noStrike" spc="-1">
              <a:solidFill>
                <a:srgbClr val="000000"/>
              </a:solidFill>
              <a:latin typeface="Calibri" panose="020F0502020204030204"/>
            </a:endParaRPr>
          </a:p>
        </p:txBody>
      </p:sp>
      <p:sp>
        <p:nvSpPr>
          <p:cNvPr id="21" name="PlaceHolder 2"/>
          <p:cNvSpPr>
            <a:spLocks noGrp="1"/>
          </p:cNvSpPr>
          <p:nvPr>
            <p:ph/>
          </p:nvPr>
        </p:nvSpPr>
        <p:spPr>
          <a:xfrm>
            <a:off x="199440" y="1097280"/>
            <a:ext cx="5747760" cy="5394600"/>
          </a:xfrm>
          <a:prstGeom prst="rect">
            <a:avLst/>
          </a:prstGeom>
          <a:noFill/>
          <a:ln w="0">
            <a:noFill/>
          </a:ln>
        </p:spPr>
        <p:txBody>
          <a:bodyPr lIns="0" tIns="0" rIns="0" bIns="0" anchor="t">
            <a:normAutofit/>
          </a:bodyPr>
          <a:lstStyle/>
          <a:p>
            <a:pPr algn="just">
              <a:spcBef>
                <a:spcPts val="1415"/>
              </a:spcBef>
            </a:pPr>
            <a:endParaRPr lang="en-US" sz="2800" b="0" strike="noStrike" spc="-1">
              <a:solidFill>
                <a:srgbClr val="000000"/>
              </a:solidFill>
              <a:latin typeface="Times New Roman" panose="02020603050405020304"/>
            </a:endParaRPr>
          </a:p>
        </p:txBody>
      </p:sp>
      <p:sp>
        <p:nvSpPr>
          <p:cNvPr id="22" name="PlaceHolder 3"/>
          <p:cNvSpPr>
            <a:spLocks noGrp="1"/>
          </p:cNvSpPr>
          <p:nvPr>
            <p:ph/>
          </p:nvPr>
        </p:nvSpPr>
        <p:spPr>
          <a:xfrm>
            <a:off x="6234840" y="1097280"/>
            <a:ext cx="5747760" cy="2572920"/>
          </a:xfrm>
          <a:prstGeom prst="rect">
            <a:avLst/>
          </a:prstGeom>
          <a:noFill/>
          <a:ln w="0">
            <a:noFill/>
          </a:ln>
        </p:spPr>
        <p:txBody>
          <a:bodyPr lIns="0" tIns="0" rIns="0" bIns="0" anchor="t">
            <a:normAutofit/>
          </a:bodyPr>
          <a:lstStyle/>
          <a:p>
            <a:pPr algn="just">
              <a:spcBef>
                <a:spcPts val="1415"/>
              </a:spcBef>
            </a:pPr>
            <a:endParaRPr lang="en-US" sz="2800" b="0" strike="noStrike" spc="-1">
              <a:solidFill>
                <a:srgbClr val="000000"/>
              </a:solidFill>
              <a:latin typeface="Times New Roman" panose="02020603050405020304"/>
            </a:endParaRPr>
          </a:p>
        </p:txBody>
      </p:sp>
      <p:sp>
        <p:nvSpPr>
          <p:cNvPr id="23" name="PlaceHolder 4"/>
          <p:cNvSpPr>
            <a:spLocks noGrp="1"/>
          </p:cNvSpPr>
          <p:nvPr>
            <p:ph/>
          </p:nvPr>
        </p:nvSpPr>
        <p:spPr>
          <a:xfrm>
            <a:off x="6234840" y="3915000"/>
            <a:ext cx="5747760" cy="2572920"/>
          </a:xfrm>
          <a:prstGeom prst="rect">
            <a:avLst/>
          </a:prstGeom>
          <a:noFill/>
          <a:ln w="0">
            <a:noFill/>
          </a:ln>
        </p:spPr>
        <p:txBody>
          <a:bodyPr lIns="0" tIns="0" rIns="0" bIns="0" anchor="t">
            <a:normAutofit/>
          </a:bodyPr>
          <a:lstStyle/>
          <a:p>
            <a:pPr algn="just">
              <a:spcBef>
                <a:spcPts val="1415"/>
              </a:spcBef>
            </a:pPr>
            <a:endParaRPr lang="en-US" sz="2800" b="0" strike="noStrike" spc="-1">
              <a:solidFill>
                <a:srgbClr val="000000"/>
              </a:solidFill>
              <a:latin typeface="Times New Roman" panose="02020603050405020304"/>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24" name="PlaceHolder 1"/>
          <p:cNvSpPr>
            <a:spLocks noGrp="1"/>
          </p:cNvSpPr>
          <p:nvPr>
            <p:ph type="title"/>
          </p:nvPr>
        </p:nvSpPr>
        <p:spPr>
          <a:xfrm>
            <a:off x="0" y="232920"/>
            <a:ext cx="12191760" cy="714600"/>
          </a:xfrm>
          <a:prstGeom prst="rect">
            <a:avLst/>
          </a:prstGeom>
          <a:noFill/>
          <a:ln w="0">
            <a:noFill/>
          </a:ln>
        </p:spPr>
        <p:txBody>
          <a:bodyPr lIns="0" tIns="0" rIns="0" bIns="0" anchor="ctr">
            <a:noAutofit/>
          </a:bodyPr>
          <a:lstStyle/>
          <a:p>
            <a:endParaRPr lang="en-US" sz="1800" b="0" strike="noStrike" spc="-1">
              <a:solidFill>
                <a:srgbClr val="000000"/>
              </a:solidFill>
              <a:latin typeface="Calibri" panose="020F0502020204030204"/>
            </a:endParaRPr>
          </a:p>
        </p:txBody>
      </p:sp>
      <p:sp>
        <p:nvSpPr>
          <p:cNvPr id="25" name="PlaceHolder 2"/>
          <p:cNvSpPr>
            <a:spLocks noGrp="1"/>
          </p:cNvSpPr>
          <p:nvPr>
            <p:ph/>
          </p:nvPr>
        </p:nvSpPr>
        <p:spPr>
          <a:xfrm>
            <a:off x="199440" y="1097280"/>
            <a:ext cx="5747760" cy="2572920"/>
          </a:xfrm>
          <a:prstGeom prst="rect">
            <a:avLst/>
          </a:prstGeom>
          <a:noFill/>
          <a:ln w="0">
            <a:noFill/>
          </a:ln>
        </p:spPr>
        <p:txBody>
          <a:bodyPr lIns="0" tIns="0" rIns="0" bIns="0" anchor="t">
            <a:normAutofit/>
          </a:bodyPr>
          <a:lstStyle/>
          <a:p>
            <a:pPr algn="just">
              <a:spcBef>
                <a:spcPts val="1415"/>
              </a:spcBef>
            </a:pPr>
            <a:endParaRPr lang="en-US" sz="2800" b="0" strike="noStrike" spc="-1">
              <a:solidFill>
                <a:srgbClr val="000000"/>
              </a:solidFill>
              <a:latin typeface="Times New Roman" panose="02020603050405020304"/>
            </a:endParaRPr>
          </a:p>
        </p:txBody>
      </p:sp>
      <p:sp>
        <p:nvSpPr>
          <p:cNvPr id="26" name="PlaceHolder 3"/>
          <p:cNvSpPr>
            <a:spLocks noGrp="1"/>
          </p:cNvSpPr>
          <p:nvPr>
            <p:ph/>
          </p:nvPr>
        </p:nvSpPr>
        <p:spPr>
          <a:xfrm>
            <a:off x="6234840" y="1097280"/>
            <a:ext cx="5747760" cy="2572920"/>
          </a:xfrm>
          <a:prstGeom prst="rect">
            <a:avLst/>
          </a:prstGeom>
          <a:noFill/>
          <a:ln w="0">
            <a:noFill/>
          </a:ln>
        </p:spPr>
        <p:txBody>
          <a:bodyPr lIns="0" tIns="0" rIns="0" bIns="0" anchor="t">
            <a:normAutofit/>
          </a:bodyPr>
          <a:lstStyle/>
          <a:p>
            <a:pPr algn="just">
              <a:spcBef>
                <a:spcPts val="1415"/>
              </a:spcBef>
            </a:pPr>
            <a:endParaRPr lang="en-US" sz="2800" b="0" strike="noStrike" spc="-1">
              <a:solidFill>
                <a:srgbClr val="000000"/>
              </a:solidFill>
              <a:latin typeface="Times New Roman" panose="02020603050405020304"/>
            </a:endParaRPr>
          </a:p>
        </p:txBody>
      </p:sp>
      <p:sp>
        <p:nvSpPr>
          <p:cNvPr id="27" name="PlaceHolder 4"/>
          <p:cNvSpPr>
            <a:spLocks noGrp="1"/>
          </p:cNvSpPr>
          <p:nvPr>
            <p:ph/>
          </p:nvPr>
        </p:nvSpPr>
        <p:spPr>
          <a:xfrm>
            <a:off x="199440" y="3915000"/>
            <a:ext cx="11778840" cy="2572920"/>
          </a:xfrm>
          <a:prstGeom prst="rect">
            <a:avLst/>
          </a:prstGeom>
          <a:noFill/>
          <a:ln w="0">
            <a:noFill/>
          </a:ln>
        </p:spPr>
        <p:txBody>
          <a:bodyPr lIns="0" tIns="0" rIns="0" bIns="0" anchor="t">
            <a:normAutofit/>
          </a:bodyPr>
          <a:lstStyle/>
          <a:p>
            <a:pPr algn="just">
              <a:spcBef>
                <a:spcPts val="1415"/>
              </a:spcBef>
            </a:pPr>
            <a:endParaRPr lang="en-US" sz="2800" b="0" strike="noStrike" spc="-1">
              <a:solidFill>
                <a:srgbClr val="000000"/>
              </a:solidFill>
              <a:latin typeface="Times New Roman" panose="02020603050405020304"/>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28" name="PlaceHolder 1"/>
          <p:cNvSpPr>
            <a:spLocks noGrp="1"/>
          </p:cNvSpPr>
          <p:nvPr>
            <p:ph type="title"/>
          </p:nvPr>
        </p:nvSpPr>
        <p:spPr>
          <a:xfrm>
            <a:off x="0" y="232920"/>
            <a:ext cx="12191760" cy="714600"/>
          </a:xfrm>
          <a:prstGeom prst="rect">
            <a:avLst/>
          </a:prstGeom>
          <a:noFill/>
          <a:ln w="0">
            <a:noFill/>
          </a:ln>
        </p:spPr>
        <p:txBody>
          <a:bodyPr lIns="0" tIns="0" rIns="0" bIns="0" anchor="ctr">
            <a:noAutofit/>
          </a:bodyPr>
          <a:lstStyle/>
          <a:p>
            <a:endParaRPr lang="en-US" sz="1800" b="0" strike="noStrike" spc="-1">
              <a:solidFill>
                <a:srgbClr val="000000"/>
              </a:solidFill>
              <a:latin typeface="Calibri" panose="020F0502020204030204"/>
            </a:endParaRPr>
          </a:p>
        </p:txBody>
      </p:sp>
      <p:sp>
        <p:nvSpPr>
          <p:cNvPr id="29" name="PlaceHolder 2"/>
          <p:cNvSpPr>
            <a:spLocks noGrp="1"/>
          </p:cNvSpPr>
          <p:nvPr>
            <p:ph/>
          </p:nvPr>
        </p:nvSpPr>
        <p:spPr>
          <a:xfrm>
            <a:off x="199440" y="1097280"/>
            <a:ext cx="11778840" cy="2572920"/>
          </a:xfrm>
          <a:prstGeom prst="rect">
            <a:avLst/>
          </a:prstGeom>
          <a:noFill/>
          <a:ln w="0">
            <a:noFill/>
          </a:ln>
        </p:spPr>
        <p:txBody>
          <a:bodyPr lIns="0" tIns="0" rIns="0" bIns="0" anchor="t">
            <a:normAutofit/>
          </a:bodyPr>
          <a:lstStyle/>
          <a:p>
            <a:pPr algn="just">
              <a:spcBef>
                <a:spcPts val="1415"/>
              </a:spcBef>
            </a:pPr>
            <a:endParaRPr lang="en-US" sz="2800" b="0" strike="noStrike" spc="-1">
              <a:solidFill>
                <a:srgbClr val="000000"/>
              </a:solidFill>
              <a:latin typeface="Times New Roman" panose="02020603050405020304"/>
            </a:endParaRPr>
          </a:p>
        </p:txBody>
      </p:sp>
      <p:sp>
        <p:nvSpPr>
          <p:cNvPr id="30" name="PlaceHolder 3"/>
          <p:cNvSpPr>
            <a:spLocks noGrp="1"/>
          </p:cNvSpPr>
          <p:nvPr>
            <p:ph/>
          </p:nvPr>
        </p:nvSpPr>
        <p:spPr>
          <a:xfrm>
            <a:off x="199440" y="3915000"/>
            <a:ext cx="11778840" cy="2572920"/>
          </a:xfrm>
          <a:prstGeom prst="rect">
            <a:avLst/>
          </a:prstGeom>
          <a:noFill/>
          <a:ln w="0">
            <a:noFill/>
          </a:ln>
        </p:spPr>
        <p:txBody>
          <a:bodyPr lIns="0" tIns="0" rIns="0" bIns="0" anchor="t">
            <a:normAutofit/>
          </a:bodyPr>
          <a:lstStyle/>
          <a:p>
            <a:pPr algn="just">
              <a:spcBef>
                <a:spcPts val="1415"/>
              </a:spcBef>
            </a:pPr>
            <a:endParaRPr lang="en-US" sz="2800" b="0" strike="noStrike" spc="-1">
              <a:solidFill>
                <a:srgbClr val="000000"/>
              </a:solidFill>
              <a:latin typeface="Times New Roman" panose="02020603050405020304"/>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31" name="PlaceHolder 1"/>
          <p:cNvSpPr>
            <a:spLocks noGrp="1"/>
          </p:cNvSpPr>
          <p:nvPr>
            <p:ph type="title"/>
          </p:nvPr>
        </p:nvSpPr>
        <p:spPr>
          <a:xfrm>
            <a:off x="0" y="232920"/>
            <a:ext cx="12191760" cy="714600"/>
          </a:xfrm>
          <a:prstGeom prst="rect">
            <a:avLst/>
          </a:prstGeom>
          <a:noFill/>
          <a:ln w="0">
            <a:noFill/>
          </a:ln>
        </p:spPr>
        <p:txBody>
          <a:bodyPr lIns="0" tIns="0" rIns="0" bIns="0" anchor="ctr">
            <a:noAutofit/>
          </a:bodyPr>
          <a:lstStyle/>
          <a:p>
            <a:endParaRPr lang="en-US" sz="1800" b="0" strike="noStrike" spc="-1">
              <a:solidFill>
                <a:srgbClr val="000000"/>
              </a:solidFill>
              <a:latin typeface="Calibri" panose="020F0502020204030204"/>
            </a:endParaRPr>
          </a:p>
        </p:txBody>
      </p:sp>
      <p:sp>
        <p:nvSpPr>
          <p:cNvPr id="32" name="PlaceHolder 2"/>
          <p:cNvSpPr>
            <a:spLocks noGrp="1"/>
          </p:cNvSpPr>
          <p:nvPr>
            <p:ph/>
          </p:nvPr>
        </p:nvSpPr>
        <p:spPr>
          <a:xfrm>
            <a:off x="199440" y="1097280"/>
            <a:ext cx="5747760" cy="2572920"/>
          </a:xfrm>
          <a:prstGeom prst="rect">
            <a:avLst/>
          </a:prstGeom>
          <a:noFill/>
          <a:ln w="0">
            <a:noFill/>
          </a:ln>
        </p:spPr>
        <p:txBody>
          <a:bodyPr lIns="0" tIns="0" rIns="0" bIns="0" anchor="t">
            <a:normAutofit/>
          </a:bodyPr>
          <a:lstStyle/>
          <a:p>
            <a:pPr algn="just">
              <a:spcBef>
                <a:spcPts val="1415"/>
              </a:spcBef>
            </a:pPr>
            <a:endParaRPr lang="en-US" sz="2800" b="0" strike="noStrike" spc="-1">
              <a:solidFill>
                <a:srgbClr val="000000"/>
              </a:solidFill>
              <a:latin typeface="Times New Roman" panose="02020603050405020304"/>
            </a:endParaRPr>
          </a:p>
        </p:txBody>
      </p:sp>
      <p:sp>
        <p:nvSpPr>
          <p:cNvPr id="33" name="PlaceHolder 3"/>
          <p:cNvSpPr>
            <a:spLocks noGrp="1"/>
          </p:cNvSpPr>
          <p:nvPr>
            <p:ph/>
          </p:nvPr>
        </p:nvSpPr>
        <p:spPr>
          <a:xfrm>
            <a:off x="6234840" y="1097280"/>
            <a:ext cx="5747760" cy="2572920"/>
          </a:xfrm>
          <a:prstGeom prst="rect">
            <a:avLst/>
          </a:prstGeom>
          <a:noFill/>
          <a:ln w="0">
            <a:noFill/>
          </a:ln>
        </p:spPr>
        <p:txBody>
          <a:bodyPr lIns="0" tIns="0" rIns="0" bIns="0" anchor="t">
            <a:normAutofit/>
          </a:bodyPr>
          <a:lstStyle/>
          <a:p>
            <a:pPr algn="just">
              <a:spcBef>
                <a:spcPts val="1415"/>
              </a:spcBef>
            </a:pPr>
            <a:endParaRPr lang="en-US" sz="2800" b="0" strike="noStrike" spc="-1">
              <a:solidFill>
                <a:srgbClr val="000000"/>
              </a:solidFill>
              <a:latin typeface="Times New Roman" panose="02020603050405020304"/>
            </a:endParaRPr>
          </a:p>
        </p:txBody>
      </p:sp>
      <p:sp>
        <p:nvSpPr>
          <p:cNvPr id="34" name="PlaceHolder 4"/>
          <p:cNvSpPr>
            <a:spLocks noGrp="1"/>
          </p:cNvSpPr>
          <p:nvPr>
            <p:ph/>
          </p:nvPr>
        </p:nvSpPr>
        <p:spPr>
          <a:xfrm>
            <a:off x="199440" y="3915000"/>
            <a:ext cx="5747760" cy="2572920"/>
          </a:xfrm>
          <a:prstGeom prst="rect">
            <a:avLst/>
          </a:prstGeom>
          <a:noFill/>
          <a:ln w="0">
            <a:noFill/>
          </a:ln>
        </p:spPr>
        <p:txBody>
          <a:bodyPr lIns="0" tIns="0" rIns="0" bIns="0" anchor="t">
            <a:normAutofit/>
          </a:bodyPr>
          <a:lstStyle/>
          <a:p>
            <a:pPr algn="just">
              <a:spcBef>
                <a:spcPts val="1415"/>
              </a:spcBef>
            </a:pPr>
            <a:endParaRPr lang="en-US" sz="2800" b="0" strike="noStrike" spc="-1">
              <a:solidFill>
                <a:srgbClr val="000000"/>
              </a:solidFill>
              <a:latin typeface="Times New Roman" panose="02020603050405020304"/>
            </a:endParaRPr>
          </a:p>
        </p:txBody>
      </p:sp>
      <p:sp>
        <p:nvSpPr>
          <p:cNvPr id="35" name="PlaceHolder 5"/>
          <p:cNvSpPr>
            <a:spLocks noGrp="1"/>
          </p:cNvSpPr>
          <p:nvPr>
            <p:ph/>
          </p:nvPr>
        </p:nvSpPr>
        <p:spPr>
          <a:xfrm>
            <a:off x="6234840" y="3915000"/>
            <a:ext cx="5747760" cy="2572920"/>
          </a:xfrm>
          <a:prstGeom prst="rect">
            <a:avLst/>
          </a:prstGeom>
          <a:noFill/>
          <a:ln w="0">
            <a:noFill/>
          </a:ln>
        </p:spPr>
        <p:txBody>
          <a:bodyPr lIns="0" tIns="0" rIns="0" bIns="0" anchor="t">
            <a:normAutofit/>
          </a:bodyPr>
          <a:lstStyle/>
          <a:p>
            <a:pPr algn="just">
              <a:spcBef>
                <a:spcPts val="1415"/>
              </a:spcBef>
            </a:pPr>
            <a:endParaRPr lang="en-US" sz="2800" b="0" strike="noStrike" spc="-1">
              <a:solidFill>
                <a:srgbClr val="000000"/>
              </a:solidFill>
              <a:latin typeface="Times New Roman" panose="02020603050405020304"/>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36" name="PlaceHolder 1"/>
          <p:cNvSpPr>
            <a:spLocks noGrp="1"/>
          </p:cNvSpPr>
          <p:nvPr>
            <p:ph type="title"/>
          </p:nvPr>
        </p:nvSpPr>
        <p:spPr>
          <a:xfrm>
            <a:off x="0" y="232920"/>
            <a:ext cx="12191760" cy="714600"/>
          </a:xfrm>
          <a:prstGeom prst="rect">
            <a:avLst/>
          </a:prstGeom>
          <a:noFill/>
          <a:ln w="0">
            <a:noFill/>
          </a:ln>
        </p:spPr>
        <p:txBody>
          <a:bodyPr lIns="0" tIns="0" rIns="0" bIns="0" anchor="ctr">
            <a:noAutofit/>
          </a:bodyPr>
          <a:lstStyle/>
          <a:p>
            <a:endParaRPr lang="en-US" sz="1800" b="0" strike="noStrike" spc="-1">
              <a:solidFill>
                <a:srgbClr val="000000"/>
              </a:solidFill>
              <a:latin typeface="Calibri" panose="020F0502020204030204"/>
            </a:endParaRPr>
          </a:p>
        </p:txBody>
      </p:sp>
      <p:sp>
        <p:nvSpPr>
          <p:cNvPr id="37" name="PlaceHolder 2"/>
          <p:cNvSpPr>
            <a:spLocks noGrp="1"/>
          </p:cNvSpPr>
          <p:nvPr>
            <p:ph/>
          </p:nvPr>
        </p:nvSpPr>
        <p:spPr>
          <a:xfrm>
            <a:off x="199440" y="1097280"/>
            <a:ext cx="3792600" cy="2572920"/>
          </a:xfrm>
          <a:prstGeom prst="rect">
            <a:avLst/>
          </a:prstGeom>
          <a:noFill/>
          <a:ln w="0">
            <a:noFill/>
          </a:ln>
        </p:spPr>
        <p:txBody>
          <a:bodyPr lIns="0" tIns="0" rIns="0" bIns="0" anchor="t">
            <a:normAutofit/>
          </a:bodyPr>
          <a:lstStyle/>
          <a:p>
            <a:pPr algn="just">
              <a:spcBef>
                <a:spcPts val="1415"/>
              </a:spcBef>
            </a:pPr>
            <a:endParaRPr lang="en-US" sz="2800" b="0" strike="noStrike" spc="-1">
              <a:solidFill>
                <a:srgbClr val="000000"/>
              </a:solidFill>
              <a:latin typeface="Times New Roman" panose="02020603050405020304"/>
            </a:endParaRPr>
          </a:p>
        </p:txBody>
      </p:sp>
      <p:sp>
        <p:nvSpPr>
          <p:cNvPr id="38" name="PlaceHolder 3"/>
          <p:cNvSpPr>
            <a:spLocks noGrp="1"/>
          </p:cNvSpPr>
          <p:nvPr>
            <p:ph/>
          </p:nvPr>
        </p:nvSpPr>
        <p:spPr>
          <a:xfrm>
            <a:off x="4182120" y="1097280"/>
            <a:ext cx="3792600" cy="2572920"/>
          </a:xfrm>
          <a:prstGeom prst="rect">
            <a:avLst/>
          </a:prstGeom>
          <a:noFill/>
          <a:ln w="0">
            <a:noFill/>
          </a:ln>
        </p:spPr>
        <p:txBody>
          <a:bodyPr lIns="0" tIns="0" rIns="0" bIns="0" anchor="t">
            <a:normAutofit/>
          </a:bodyPr>
          <a:lstStyle/>
          <a:p>
            <a:pPr algn="just">
              <a:spcBef>
                <a:spcPts val="1415"/>
              </a:spcBef>
            </a:pPr>
            <a:endParaRPr lang="en-US" sz="2800" b="0" strike="noStrike" spc="-1">
              <a:solidFill>
                <a:srgbClr val="000000"/>
              </a:solidFill>
              <a:latin typeface="Times New Roman" panose="02020603050405020304"/>
            </a:endParaRPr>
          </a:p>
        </p:txBody>
      </p:sp>
      <p:sp>
        <p:nvSpPr>
          <p:cNvPr id="39" name="PlaceHolder 4"/>
          <p:cNvSpPr>
            <a:spLocks noGrp="1"/>
          </p:cNvSpPr>
          <p:nvPr>
            <p:ph/>
          </p:nvPr>
        </p:nvSpPr>
        <p:spPr>
          <a:xfrm>
            <a:off x="8164800" y="1097280"/>
            <a:ext cx="3792600" cy="2572920"/>
          </a:xfrm>
          <a:prstGeom prst="rect">
            <a:avLst/>
          </a:prstGeom>
          <a:noFill/>
          <a:ln w="0">
            <a:noFill/>
          </a:ln>
        </p:spPr>
        <p:txBody>
          <a:bodyPr lIns="0" tIns="0" rIns="0" bIns="0" anchor="t">
            <a:normAutofit/>
          </a:bodyPr>
          <a:lstStyle/>
          <a:p>
            <a:pPr algn="just">
              <a:spcBef>
                <a:spcPts val="1415"/>
              </a:spcBef>
            </a:pPr>
            <a:endParaRPr lang="en-US" sz="2800" b="0" strike="noStrike" spc="-1">
              <a:solidFill>
                <a:srgbClr val="000000"/>
              </a:solidFill>
              <a:latin typeface="Times New Roman" panose="02020603050405020304"/>
            </a:endParaRPr>
          </a:p>
        </p:txBody>
      </p:sp>
      <p:sp>
        <p:nvSpPr>
          <p:cNvPr id="40" name="PlaceHolder 5"/>
          <p:cNvSpPr>
            <a:spLocks noGrp="1"/>
          </p:cNvSpPr>
          <p:nvPr>
            <p:ph/>
          </p:nvPr>
        </p:nvSpPr>
        <p:spPr>
          <a:xfrm>
            <a:off x="199440" y="3915000"/>
            <a:ext cx="3792600" cy="2572920"/>
          </a:xfrm>
          <a:prstGeom prst="rect">
            <a:avLst/>
          </a:prstGeom>
          <a:noFill/>
          <a:ln w="0">
            <a:noFill/>
          </a:ln>
        </p:spPr>
        <p:txBody>
          <a:bodyPr lIns="0" tIns="0" rIns="0" bIns="0" anchor="t">
            <a:normAutofit/>
          </a:bodyPr>
          <a:lstStyle/>
          <a:p>
            <a:pPr algn="just">
              <a:spcBef>
                <a:spcPts val="1415"/>
              </a:spcBef>
            </a:pPr>
            <a:endParaRPr lang="en-US" sz="2800" b="0" strike="noStrike" spc="-1">
              <a:solidFill>
                <a:srgbClr val="000000"/>
              </a:solidFill>
              <a:latin typeface="Times New Roman" panose="02020603050405020304"/>
            </a:endParaRPr>
          </a:p>
        </p:txBody>
      </p:sp>
      <p:sp>
        <p:nvSpPr>
          <p:cNvPr id="41" name="PlaceHolder 6"/>
          <p:cNvSpPr>
            <a:spLocks noGrp="1"/>
          </p:cNvSpPr>
          <p:nvPr>
            <p:ph/>
          </p:nvPr>
        </p:nvSpPr>
        <p:spPr>
          <a:xfrm>
            <a:off x="4182120" y="3915000"/>
            <a:ext cx="3792600" cy="2572920"/>
          </a:xfrm>
          <a:prstGeom prst="rect">
            <a:avLst/>
          </a:prstGeom>
          <a:noFill/>
          <a:ln w="0">
            <a:noFill/>
          </a:ln>
        </p:spPr>
        <p:txBody>
          <a:bodyPr lIns="0" tIns="0" rIns="0" bIns="0" anchor="t">
            <a:normAutofit/>
          </a:bodyPr>
          <a:lstStyle/>
          <a:p>
            <a:pPr algn="just">
              <a:spcBef>
                <a:spcPts val="1415"/>
              </a:spcBef>
            </a:pPr>
            <a:endParaRPr lang="en-US" sz="2800" b="0" strike="noStrike" spc="-1">
              <a:solidFill>
                <a:srgbClr val="000000"/>
              </a:solidFill>
              <a:latin typeface="Times New Roman" panose="02020603050405020304"/>
            </a:endParaRPr>
          </a:p>
        </p:txBody>
      </p:sp>
      <p:sp>
        <p:nvSpPr>
          <p:cNvPr id="42" name="PlaceHolder 7"/>
          <p:cNvSpPr>
            <a:spLocks noGrp="1"/>
          </p:cNvSpPr>
          <p:nvPr>
            <p:ph/>
          </p:nvPr>
        </p:nvSpPr>
        <p:spPr>
          <a:xfrm>
            <a:off x="8164800" y="3915000"/>
            <a:ext cx="3792600" cy="2572920"/>
          </a:xfrm>
          <a:prstGeom prst="rect">
            <a:avLst/>
          </a:prstGeom>
          <a:noFill/>
          <a:ln w="0">
            <a:noFill/>
          </a:ln>
        </p:spPr>
        <p:txBody>
          <a:bodyPr lIns="0" tIns="0" rIns="0" bIns="0" anchor="t">
            <a:normAutofit/>
          </a:bodyPr>
          <a:lstStyle/>
          <a:p>
            <a:pPr algn="just">
              <a:spcBef>
                <a:spcPts val="1415"/>
              </a:spcBef>
            </a:pPr>
            <a:endParaRPr lang="en-US" sz="2800" b="0" strike="noStrike" spc="-1">
              <a:solidFill>
                <a:srgbClr val="000000"/>
              </a:solidFill>
              <a:latin typeface="Times New Roman" panose="02020603050405020304"/>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5" name="Date Placeholder 3"/>
          <p:cNvSpPr txBox="1"/>
          <p:nvPr userDrawn="1"/>
        </p:nvSpPr>
        <p:spPr>
          <a:xfrm>
            <a:off x="777239" y="6634573"/>
            <a:ext cx="5781822" cy="220979"/>
          </a:xfrm>
          <a:prstGeom prst="rect">
            <a:avLst/>
          </a:prstGeom>
          <a:solidFill>
            <a:srgbClr val="002060"/>
          </a:solidFill>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IN" sz="1600" b="0" cap="small" baseline="0" dirty="0">
              <a:solidFill>
                <a:schemeClr val="bg1"/>
              </a:solidFill>
              <a:latin typeface="Times New Roman" panose="02020603050405020304" pitchFamily="18" charset="0"/>
              <a:cs typeface="Times New Roman" panose="02020603050405020304" pitchFamily="18" charset="0"/>
            </a:endParaRPr>
          </a:p>
        </p:txBody>
      </p:sp>
      <p:sp>
        <p:nvSpPr>
          <p:cNvPr id="6" name="Date Placeholder 3"/>
          <p:cNvSpPr txBox="1"/>
          <p:nvPr userDrawn="1"/>
        </p:nvSpPr>
        <p:spPr>
          <a:xfrm>
            <a:off x="6559062" y="6634573"/>
            <a:ext cx="5195133" cy="220979"/>
          </a:xfrm>
          <a:prstGeom prst="rect">
            <a:avLst/>
          </a:prstGeom>
          <a:solidFill>
            <a:srgbClr val="008080"/>
          </a:solidFill>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IN" sz="1600" b="0" cap="small" baseline="0" dirty="0">
              <a:solidFill>
                <a:schemeClr val="bg1"/>
              </a:solidFill>
              <a:latin typeface="Times New Roman" panose="02020603050405020304" pitchFamily="18" charset="0"/>
              <a:cs typeface="Times New Roman" panose="02020603050405020304" pitchFamily="18" charset="0"/>
            </a:endParaRPr>
          </a:p>
        </p:txBody>
      </p:sp>
      <p:sp>
        <p:nvSpPr>
          <p:cNvPr id="7" name="Date Placeholder 3"/>
          <p:cNvSpPr txBox="1"/>
          <p:nvPr userDrawn="1"/>
        </p:nvSpPr>
        <p:spPr>
          <a:xfrm>
            <a:off x="11754196" y="6637020"/>
            <a:ext cx="437803" cy="220979"/>
          </a:xfrm>
          <a:prstGeom prst="rect">
            <a:avLst/>
          </a:prstGeom>
          <a:solidFill>
            <a:schemeClr val="accent4"/>
          </a:solidFill>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IN" sz="1600" b="1" dirty="0">
              <a:solidFill>
                <a:srgbClr val="00206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8" name="Date Placeholder 3"/>
          <p:cNvSpPr txBox="1"/>
          <p:nvPr userDrawn="1"/>
        </p:nvSpPr>
        <p:spPr>
          <a:xfrm>
            <a:off x="-1" y="-1"/>
            <a:ext cx="12191999" cy="232759"/>
          </a:xfrm>
          <a:prstGeom prst="rect">
            <a:avLst/>
          </a:prstGeom>
          <a:solidFill>
            <a:srgbClr val="006666"/>
          </a:solidFill>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IN" sz="1500" b="1" i="1" dirty="0">
              <a:solidFill>
                <a:schemeClr val="bg1"/>
              </a:solidFill>
              <a:effectLst/>
              <a:latin typeface="Times New Roman" panose="02020603050405020304" pitchFamily="18" charset="0"/>
              <a:cs typeface="Times New Roman" panose="02020603050405020304" pitchFamily="18" charset="0"/>
            </a:endParaRPr>
          </a:p>
        </p:txBody>
      </p:sp>
      <p:sp>
        <p:nvSpPr>
          <p:cNvPr id="9" name="Date Placeholder 3"/>
          <p:cNvSpPr txBox="1"/>
          <p:nvPr userDrawn="1"/>
        </p:nvSpPr>
        <p:spPr>
          <a:xfrm>
            <a:off x="0" y="6634573"/>
            <a:ext cx="777239" cy="221522"/>
          </a:xfrm>
          <a:prstGeom prst="rect">
            <a:avLst/>
          </a:prstGeom>
          <a:solidFill>
            <a:schemeClr val="accent2">
              <a:lumMod val="75000"/>
            </a:schemeClr>
          </a:solidFill>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IN" sz="1600" b="0" cap="small" baseline="0" dirty="0">
              <a:solidFill>
                <a:schemeClr val="bg1"/>
              </a:solidFill>
              <a:latin typeface="Times New Roman" panose="02020603050405020304" pitchFamily="18" charset="0"/>
              <a:cs typeface="Times New Roman" panose="02020603050405020304" pitchFamily="18" charset="0"/>
            </a:endParaRPr>
          </a:p>
        </p:txBody>
      </p:sp>
    </p:spTree>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51" name="PlaceHolder 1"/>
          <p:cNvSpPr>
            <a:spLocks noGrp="1"/>
          </p:cNvSpPr>
          <p:nvPr>
            <p:ph type="title"/>
          </p:nvPr>
        </p:nvSpPr>
        <p:spPr>
          <a:xfrm>
            <a:off x="0" y="232920"/>
            <a:ext cx="12191760" cy="714600"/>
          </a:xfrm>
          <a:prstGeom prst="rect">
            <a:avLst/>
          </a:prstGeom>
          <a:noFill/>
          <a:ln w="0">
            <a:noFill/>
          </a:ln>
        </p:spPr>
        <p:txBody>
          <a:bodyPr lIns="0" tIns="0" rIns="0" bIns="0" anchor="ctr">
            <a:noAutofit/>
          </a:bodyPr>
          <a:lstStyle/>
          <a:p>
            <a:endParaRPr lang="en-US" sz="1800" b="0" strike="noStrike" spc="-1" dirty="0">
              <a:solidFill>
                <a:srgbClr val="000000"/>
              </a:solidFill>
              <a:latin typeface="Calibri" panose="020F0502020204030204"/>
            </a:endParaRPr>
          </a:p>
        </p:txBody>
      </p:sp>
      <p:sp>
        <p:nvSpPr>
          <p:cNvPr id="52" name="PlaceHolder 2"/>
          <p:cNvSpPr>
            <a:spLocks noGrp="1"/>
          </p:cNvSpPr>
          <p:nvPr>
            <p:ph type="subTitle"/>
          </p:nvPr>
        </p:nvSpPr>
        <p:spPr>
          <a:xfrm>
            <a:off x="199440" y="1097280"/>
            <a:ext cx="11778840" cy="5394600"/>
          </a:xfrm>
          <a:prstGeom prst="rect">
            <a:avLst/>
          </a:prstGeom>
          <a:noFill/>
          <a:ln w="0">
            <a:noFill/>
          </a:ln>
        </p:spPr>
        <p:txBody>
          <a:bodyPr lIns="0" tIns="0" rIns="0" bIns="0" anchor="ctr">
            <a:noAutofit/>
          </a:bodyPr>
          <a:lstStyle/>
          <a:p>
            <a:pPr algn="ctr"/>
            <a:endParaRPr lang="en-IN" sz="3200" b="0" strike="noStrike" spc="-1" dirty="0">
              <a:latin typeface="Arial" panose="020B0604020202020204"/>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53" name="PlaceHolder 1"/>
          <p:cNvSpPr>
            <a:spLocks noGrp="1"/>
          </p:cNvSpPr>
          <p:nvPr>
            <p:ph type="title"/>
          </p:nvPr>
        </p:nvSpPr>
        <p:spPr>
          <a:xfrm>
            <a:off x="0" y="232920"/>
            <a:ext cx="12191760" cy="714600"/>
          </a:xfrm>
          <a:prstGeom prst="rect">
            <a:avLst/>
          </a:prstGeom>
          <a:noFill/>
          <a:ln w="0">
            <a:noFill/>
          </a:ln>
        </p:spPr>
        <p:txBody>
          <a:bodyPr lIns="0" tIns="0" rIns="0" bIns="0" anchor="ctr">
            <a:noAutofit/>
          </a:bodyPr>
          <a:lstStyle/>
          <a:p>
            <a:endParaRPr lang="en-US" sz="1800" b="0" strike="noStrike" spc="-1">
              <a:solidFill>
                <a:srgbClr val="000000"/>
              </a:solidFill>
              <a:latin typeface="Calibri" panose="020F0502020204030204"/>
            </a:endParaRPr>
          </a:p>
        </p:txBody>
      </p:sp>
      <p:sp>
        <p:nvSpPr>
          <p:cNvPr id="54" name="PlaceHolder 2"/>
          <p:cNvSpPr>
            <a:spLocks noGrp="1"/>
          </p:cNvSpPr>
          <p:nvPr>
            <p:ph/>
          </p:nvPr>
        </p:nvSpPr>
        <p:spPr>
          <a:xfrm>
            <a:off x="199440" y="1097280"/>
            <a:ext cx="11778840" cy="5394600"/>
          </a:xfrm>
          <a:prstGeom prst="rect">
            <a:avLst/>
          </a:prstGeom>
          <a:noFill/>
          <a:ln w="0">
            <a:noFill/>
          </a:ln>
        </p:spPr>
        <p:txBody>
          <a:bodyPr lIns="0" tIns="0" rIns="0" bIns="0" anchor="t">
            <a:normAutofit/>
          </a:bodyPr>
          <a:lstStyle/>
          <a:p>
            <a:pPr algn="just">
              <a:spcBef>
                <a:spcPts val="1415"/>
              </a:spcBef>
            </a:pPr>
            <a:endParaRPr lang="en-US" sz="2800" b="0" strike="noStrike" spc="-1">
              <a:solidFill>
                <a:srgbClr val="000000"/>
              </a:solidFill>
              <a:latin typeface="Times New Roman" panose="02020603050405020304"/>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55" name="PlaceHolder 1"/>
          <p:cNvSpPr>
            <a:spLocks noGrp="1"/>
          </p:cNvSpPr>
          <p:nvPr>
            <p:ph type="title"/>
          </p:nvPr>
        </p:nvSpPr>
        <p:spPr>
          <a:xfrm>
            <a:off x="0" y="232920"/>
            <a:ext cx="12191760" cy="714600"/>
          </a:xfrm>
          <a:prstGeom prst="rect">
            <a:avLst/>
          </a:prstGeom>
          <a:noFill/>
          <a:ln w="0">
            <a:noFill/>
          </a:ln>
        </p:spPr>
        <p:txBody>
          <a:bodyPr lIns="0" tIns="0" rIns="0" bIns="0" anchor="ctr">
            <a:noAutofit/>
          </a:bodyPr>
          <a:lstStyle/>
          <a:p>
            <a:endParaRPr lang="en-US" sz="1800" b="0" strike="noStrike" spc="-1">
              <a:solidFill>
                <a:srgbClr val="000000"/>
              </a:solidFill>
              <a:latin typeface="Calibri" panose="020F0502020204030204"/>
            </a:endParaRPr>
          </a:p>
        </p:txBody>
      </p:sp>
      <p:sp>
        <p:nvSpPr>
          <p:cNvPr id="56" name="PlaceHolder 2"/>
          <p:cNvSpPr>
            <a:spLocks noGrp="1"/>
          </p:cNvSpPr>
          <p:nvPr>
            <p:ph/>
          </p:nvPr>
        </p:nvSpPr>
        <p:spPr>
          <a:xfrm>
            <a:off x="199440" y="1097280"/>
            <a:ext cx="5747760" cy="5394600"/>
          </a:xfrm>
          <a:prstGeom prst="rect">
            <a:avLst/>
          </a:prstGeom>
          <a:noFill/>
          <a:ln w="0">
            <a:noFill/>
          </a:ln>
        </p:spPr>
        <p:txBody>
          <a:bodyPr lIns="0" tIns="0" rIns="0" bIns="0" anchor="t">
            <a:normAutofit/>
          </a:bodyPr>
          <a:lstStyle/>
          <a:p>
            <a:pPr algn="just">
              <a:spcBef>
                <a:spcPts val="1415"/>
              </a:spcBef>
            </a:pPr>
            <a:endParaRPr lang="en-US" sz="2800" b="0" strike="noStrike" spc="-1">
              <a:solidFill>
                <a:srgbClr val="000000"/>
              </a:solidFill>
              <a:latin typeface="Times New Roman" panose="02020603050405020304"/>
            </a:endParaRPr>
          </a:p>
        </p:txBody>
      </p:sp>
      <p:sp>
        <p:nvSpPr>
          <p:cNvPr id="57" name="PlaceHolder 3"/>
          <p:cNvSpPr>
            <a:spLocks noGrp="1"/>
          </p:cNvSpPr>
          <p:nvPr>
            <p:ph/>
          </p:nvPr>
        </p:nvSpPr>
        <p:spPr>
          <a:xfrm>
            <a:off x="6234840" y="1097280"/>
            <a:ext cx="5747760" cy="5394600"/>
          </a:xfrm>
          <a:prstGeom prst="rect">
            <a:avLst/>
          </a:prstGeom>
          <a:noFill/>
          <a:ln w="0">
            <a:noFill/>
          </a:ln>
        </p:spPr>
        <p:txBody>
          <a:bodyPr lIns="0" tIns="0" rIns="0" bIns="0" anchor="t">
            <a:normAutofit/>
          </a:bodyPr>
          <a:lstStyle/>
          <a:p>
            <a:pPr algn="just">
              <a:spcBef>
                <a:spcPts val="1415"/>
              </a:spcBef>
            </a:pPr>
            <a:endParaRPr lang="en-US" sz="2800" b="0" strike="noStrike" spc="-1">
              <a:solidFill>
                <a:srgbClr val="000000"/>
              </a:solidFill>
              <a:latin typeface="Times New Roman" panose="02020603050405020304"/>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58" name="PlaceHolder 1"/>
          <p:cNvSpPr>
            <a:spLocks noGrp="1"/>
          </p:cNvSpPr>
          <p:nvPr>
            <p:ph type="title"/>
          </p:nvPr>
        </p:nvSpPr>
        <p:spPr>
          <a:xfrm>
            <a:off x="0" y="232920"/>
            <a:ext cx="12191760" cy="714600"/>
          </a:xfrm>
          <a:prstGeom prst="rect">
            <a:avLst/>
          </a:prstGeom>
          <a:noFill/>
          <a:ln w="0">
            <a:noFill/>
          </a:ln>
        </p:spPr>
        <p:txBody>
          <a:bodyPr lIns="0" tIns="0" rIns="0" bIns="0" anchor="ctr">
            <a:noAutofit/>
          </a:bodyPr>
          <a:lstStyle/>
          <a:p>
            <a:endParaRPr lang="en-US" sz="1800" b="0" strike="noStrike" spc="-1">
              <a:solidFill>
                <a:srgbClr val="000000"/>
              </a:solidFill>
              <a:latin typeface="Calibri" panose="020F0502020204030204"/>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59" name="PlaceHolder 1"/>
          <p:cNvSpPr>
            <a:spLocks noGrp="1"/>
          </p:cNvSpPr>
          <p:nvPr>
            <p:ph type="subTitle"/>
          </p:nvPr>
        </p:nvSpPr>
        <p:spPr>
          <a:xfrm>
            <a:off x="0" y="232920"/>
            <a:ext cx="12191760" cy="3313800"/>
          </a:xfrm>
          <a:prstGeom prst="rect">
            <a:avLst/>
          </a:prstGeom>
          <a:noFill/>
          <a:ln w="0">
            <a:noFill/>
          </a:ln>
        </p:spPr>
        <p:txBody>
          <a:bodyPr lIns="0" tIns="0" rIns="0" bIns="0" anchor="ctr">
            <a:noAutofit/>
          </a:bodyPr>
          <a:lstStyle/>
          <a:p>
            <a:pPr algn="ctr"/>
            <a:endParaRPr lang="en-IN" sz="3200" b="0" strike="noStrike" spc="-1">
              <a:latin typeface="Arial" panose="020B0604020202020204"/>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60" name="PlaceHolder 1"/>
          <p:cNvSpPr>
            <a:spLocks noGrp="1"/>
          </p:cNvSpPr>
          <p:nvPr>
            <p:ph type="title"/>
          </p:nvPr>
        </p:nvSpPr>
        <p:spPr>
          <a:xfrm>
            <a:off x="0" y="232920"/>
            <a:ext cx="12191760" cy="714600"/>
          </a:xfrm>
          <a:prstGeom prst="rect">
            <a:avLst/>
          </a:prstGeom>
          <a:noFill/>
          <a:ln w="0">
            <a:noFill/>
          </a:ln>
        </p:spPr>
        <p:txBody>
          <a:bodyPr lIns="0" tIns="0" rIns="0" bIns="0" anchor="ctr">
            <a:noAutofit/>
          </a:bodyPr>
          <a:lstStyle/>
          <a:p>
            <a:endParaRPr lang="en-US" sz="1800" b="0" strike="noStrike" spc="-1">
              <a:solidFill>
                <a:srgbClr val="000000"/>
              </a:solidFill>
              <a:latin typeface="Calibri" panose="020F0502020204030204"/>
            </a:endParaRPr>
          </a:p>
        </p:txBody>
      </p:sp>
      <p:sp>
        <p:nvSpPr>
          <p:cNvPr id="61" name="PlaceHolder 2"/>
          <p:cNvSpPr>
            <a:spLocks noGrp="1"/>
          </p:cNvSpPr>
          <p:nvPr>
            <p:ph/>
          </p:nvPr>
        </p:nvSpPr>
        <p:spPr>
          <a:xfrm>
            <a:off x="199440" y="1097280"/>
            <a:ext cx="5747760" cy="2572920"/>
          </a:xfrm>
          <a:prstGeom prst="rect">
            <a:avLst/>
          </a:prstGeom>
          <a:noFill/>
          <a:ln w="0">
            <a:noFill/>
          </a:ln>
        </p:spPr>
        <p:txBody>
          <a:bodyPr lIns="0" tIns="0" rIns="0" bIns="0" anchor="t">
            <a:normAutofit/>
          </a:bodyPr>
          <a:lstStyle/>
          <a:p>
            <a:pPr algn="just">
              <a:spcBef>
                <a:spcPts val="1415"/>
              </a:spcBef>
            </a:pPr>
            <a:endParaRPr lang="en-US" sz="2800" b="0" strike="noStrike" spc="-1">
              <a:solidFill>
                <a:srgbClr val="000000"/>
              </a:solidFill>
              <a:latin typeface="Times New Roman" panose="02020603050405020304"/>
            </a:endParaRPr>
          </a:p>
        </p:txBody>
      </p:sp>
      <p:sp>
        <p:nvSpPr>
          <p:cNvPr id="62" name="PlaceHolder 3"/>
          <p:cNvSpPr>
            <a:spLocks noGrp="1"/>
          </p:cNvSpPr>
          <p:nvPr>
            <p:ph/>
          </p:nvPr>
        </p:nvSpPr>
        <p:spPr>
          <a:xfrm>
            <a:off x="6234840" y="1097280"/>
            <a:ext cx="5747760" cy="5394600"/>
          </a:xfrm>
          <a:prstGeom prst="rect">
            <a:avLst/>
          </a:prstGeom>
          <a:noFill/>
          <a:ln w="0">
            <a:noFill/>
          </a:ln>
        </p:spPr>
        <p:txBody>
          <a:bodyPr lIns="0" tIns="0" rIns="0" bIns="0" anchor="t">
            <a:normAutofit/>
          </a:bodyPr>
          <a:lstStyle/>
          <a:p>
            <a:pPr algn="just">
              <a:spcBef>
                <a:spcPts val="1415"/>
              </a:spcBef>
            </a:pPr>
            <a:endParaRPr lang="en-US" sz="2800" b="0" strike="noStrike" spc="-1">
              <a:solidFill>
                <a:srgbClr val="000000"/>
              </a:solidFill>
              <a:latin typeface="Times New Roman" panose="02020603050405020304"/>
            </a:endParaRPr>
          </a:p>
        </p:txBody>
      </p:sp>
      <p:sp>
        <p:nvSpPr>
          <p:cNvPr id="63" name="PlaceHolder 4"/>
          <p:cNvSpPr>
            <a:spLocks noGrp="1"/>
          </p:cNvSpPr>
          <p:nvPr>
            <p:ph/>
          </p:nvPr>
        </p:nvSpPr>
        <p:spPr>
          <a:xfrm>
            <a:off x="199440" y="3915000"/>
            <a:ext cx="5747760" cy="2572920"/>
          </a:xfrm>
          <a:prstGeom prst="rect">
            <a:avLst/>
          </a:prstGeom>
          <a:noFill/>
          <a:ln w="0">
            <a:noFill/>
          </a:ln>
        </p:spPr>
        <p:txBody>
          <a:bodyPr lIns="0" tIns="0" rIns="0" bIns="0" anchor="t">
            <a:normAutofit/>
          </a:bodyPr>
          <a:lstStyle/>
          <a:p>
            <a:pPr algn="just">
              <a:spcBef>
                <a:spcPts val="1415"/>
              </a:spcBef>
            </a:pPr>
            <a:endParaRPr lang="en-US" sz="2800" b="0" strike="noStrike" spc="-1">
              <a:solidFill>
                <a:srgbClr val="000000"/>
              </a:solidFill>
              <a:latin typeface="Times New Roman" panose="02020603050405020304"/>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64" name="PlaceHolder 1"/>
          <p:cNvSpPr>
            <a:spLocks noGrp="1"/>
          </p:cNvSpPr>
          <p:nvPr>
            <p:ph type="title"/>
          </p:nvPr>
        </p:nvSpPr>
        <p:spPr>
          <a:xfrm>
            <a:off x="0" y="232920"/>
            <a:ext cx="12191760" cy="714600"/>
          </a:xfrm>
          <a:prstGeom prst="rect">
            <a:avLst/>
          </a:prstGeom>
          <a:noFill/>
          <a:ln w="0">
            <a:noFill/>
          </a:ln>
        </p:spPr>
        <p:txBody>
          <a:bodyPr lIns="0" tIns="0" rIns="0" bIns="0" anchor="ctr">
            <a:noAutofit/>
          </a:bodyPr>
          <a:lstStyle/>
          <a:p>
            <a:endParaRPr lang="en-US" sz="1800" b="0" strike="noStrike" spc="-1">
              <a:solidFill>
                <a:srgbClr val="000000"/>
              </a:solidFill>
              <a:latin typeface="Calibri" panose="020F0502020204030204"/>
            </a:endParaRPr>
          </a:p>
        </p:txBody>
      </p:sp>
      <p:sp>
        <p:nvSpPr>
          <p:cNvPr id="65" name="PlaceHolder 2"/>
          <p:cNvSpPr>
            <a:spLocks noGrp="1"/>
          </p:cNvSpPr>
          <p:nvPr>
            <p:ph/>
          </p:nvPr>
        </p:nvSpPr>
        <p:spPr>
          <a:xfrm>
            <a:off x="199440" y="1097280"/>
            <a:ext cx="5747760" cy="5394600"/>
          </a:xfrm>
          <a:prstGeom prst="rect">
            <a:avLst/>
          </a:prstGeom>
          <a:noFill/>
          <a:ln w="0">
            <a:noFill/>
          </a:ln>
        </p:spPr>
        <p:txBody>
          <a:bodyPr lIns="0" tIns="0" rIns="0" bIns="0" anchor="t">
            <a:normAutofit/>
          </a:bodyPr>
          <a:lstStyle/>
          <a:p>
            <a:pPr algn="just">
              <a:spcBef>
                <a:spcPts val="1415"/>
              </a:spcBef>
            </a:pPr>
            <a:endParaRPr lang="en-US" sz="2800" b="0" strike="noStrike" spc="-1">
              <a:solidFill>
                <a:srgbClr val="000000"/>
              </a:solidFill>
              <a:latin typeface="Times New Roman" panose="02020603050405020304"/>
            </a:endParaRPr>
          </a:p>
        </p:txBody>
      </p:sp>
      <p:sp>
        <p:nvSpPr>
          <p:cNvPr id="66" name="PlaceHolder 3"/>
          <p:cNvSpPr>
            <a:spLocks noGrp="1"/>
          </p:cNvSpPr>
          <p:nvPr>
            <p:ph/>
          </p:nvPr>
        </p:nvSpPr>
        <p:spPr>
          <a:xfrm>
            <a:off x="6234840" y="1097280"/>
            <a:ext cx="5747760" cy="2572920"/>
          </a:xfrm>
          <a:prstGeom prst="rect">
            <a:avLst/>
          </a:prstGeom>
          <a:noFill/>
          <a:ln w="0">
            <a:noFill/>
          </a:ln>
        </p:spPr>
        <p:txBody>
          <a:bodyPr lIns="0" tIns="0" rIns="0" bIns="0" anchor="t">
            <a:normAutofit/>
          </a:bodyPr>
          <a:lstStyle/>
          <a:p>
            <a:pPr algn="just">
              <a:spcBef>
                <a:spcPts val="1415"/>
              </a:spcBef>
            </a:pPr>
            <a:endParaRPr lang="en-US" sz="2800" b="0" strike="noStrike" spc="-1">
              <a:solidFill>
                <a:srgbClr val="000000"/>
              </a:solidFill>
              <a:latin typeface="Times New Roman" panose="02020603050405020304"/>
            </a:endParaRPr>
          </a:p>
        </p:txBody>
      </p:sp>
      <p:sp>
        <p:nvSpPr>
          <p:cNvPr id="67" name="PlaceHolder 4"/>
          <p:cNvSpPr>
            <a:spLocks noGrp="1"/>
          </p:cNvSpPr>
          <p:nvPr>
            <p:ph/>
          </p:nvPr>
        </p:nvSpPr>
        <p:spPr>
          <a:xfrm>
            <a:off x="6234840" y="3915000"/>
            <a:ext cx="5747760" cy="2572920"/>
          </a:xfrm>
          <a:prstGeom prst="rect">
            <a:avLst/>
          </a:prstGeom>
          <a:noFill/>
          <a:ln w="0">
            <a:noFill/>
          </a:ln>
        </p:spPr>
        <p:txBody>
          <a:bodyPr lIns="0" tIns="0" rIns="0" bIns="0" anchor="t">
            <a:normAutofit/>
          </a:bodyPr>
          <a:lstStyle/>
          <a:p>
            <a:pPr algn="just">
              <a:spcBef>
                <a:spcPts val="1415"/>
              </a:spcBef>
            </a:pPr>
            <a:endParaRPr lang="en-US" sz="2800" b="0" strike="noStrike" spc="-1">
              <a:solidFill>
                <a:srgbClr val="000000"/>
              </a:solidFill>
              <a:latin typeface="Times New Roman" panose="02020603050405020304"/>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68" name="PlaceHolder 1"/>
          <p:cNvSpPr>
            <a:spLocks noGrp="1"/>
          </p:cNvSpPr>
          <p:nvPr>
            <p:ph type="title"/>
          </p:nvPr>
        </p:nvSpPr>
        <p:spPr>
          <a:xfrm>
            <a:off x="0" y="232920"/>
            <a:ext cx="12191760" cy="714600"/>
          </a:xfrm>
          <a:prstGeom prst="rect">
            <a:avLst/>
          </a:prstGeom>
          <a:noFill/>
          <a:ln w="0">
            <a:noFill/>
          </a:ln>
        </p:spPr>
        <p:txBody>
          <a:bodyPr lIns="0" tIns="0" rIns="0" bIns="0" anchor="ctr">
            <a:noAutofit/>
          </a:bodyPr>
          <a:lstStyle/>
          <a:p>
            <a:endParaRPr lang="en-US" sz="1800" b="0" strike="noStrike" spc="-1">
              <a:solidFill>
                <a:srgbClr val="000000"/>
              </a:solidFill>
              <a:latin typeface="Calibri" panose="020F0502020204030204"/>
            </a:endParaRPr>
          </a:p>
        </p:txBody>
      </p:sp>
      <p:sp>
        <p:nvSpPr>
          <p:cNvPr id="69" name="PlaceHolder 2"/>
          <p:cNvSpPr>
            <a:spLocks noGrp="1"/>
          </p:cNvSpPr>
          <p:nvPr>
            <p:ph/>
          </p:nvPr>
        </p:nvSpPr>
        <p:spPr>
          <a:xfrm>
            <a:off x="199440" y="1097280"/>
            <a:ext cx="5747760" cy="2572920"/>
          </a:xfrm>
          <a:prstGeom prst="rect">
            <a:avLst/>
          </a:prstGeom>
          <a:noFill/>
          <a:ln w="0">
            <a:noFill/>
          </a:ln>
        </p:spPr>
        <p:txBody>
          <a:bodyPr lIns="0" tIns="0" rIns="0" bIns="0" anchor="t">
            <a:normAutofit/>
          </a:bodyPr>
          <a:lstStyle/>
          <a:p>
            <a:pPr algn="just">
              <a:spcBef>
                <a:spcPts val="1415"/>
              </a:spcBef>
            </a:pPr>
            <a:endParaRPr lang="en-US" sz="2800" b="0" strike="noStrike" spc="-1">
              <a:solidFill>
                <a:srgbClr val="000000"/>
              </a:solidFill>
              <a:latin typeface="Times New Roman" panose="02020603050405020304"/>
            </a:endParaRPr>
          </a:p>
        </p:txBody>
      </p:sp>
      <p:sp>
        <p:nvSpPr>
          <p:cNvPr id="70" name="PlaceHolder 3"/>
          <p:cNvSpPr>
            <a:spLocks noGrp="1"/>
          </p:cNvSpPr>
          <p:nvPr>
            <p:ph/>
          </p:nvPr>
        </p:nvSpPr>
        <p:spPr>
          <a:xfrm>
            <a:off x="6234840" y="1097280"/>
            <a:ext cx="5747760" cy="2572920"/>
          </a:xfrm>
          <a:prstGeom prst="rect">
            <a:avLst/>
          </a:prstGeom>
          <a:noFill/>
          <a:ln w="0">
            <a:noFill/>
          </a:ln>
        </p:spPr>
        <p:txBody>
          <a:bodyPr lIns="0" tIns="0" rIns="0" bIns="0" anchor="t">
            <a:normAutofit/>
          </a:bodyPr>
          <a:lstStyle/>
          <a:p>
            <a:pPr algn="just">
              <a:spcBef>
                <a:spcPts val="1415"/>
              </a:spcBef>
            </a:pPr>
            <a:endParaRPr lang="en-US" sz="2800" b="0" strike="noStrike" spc="-1">
              <a:solidFill>
                <a:srgbClr val="000000"/>
              </a:solidFill>
              <a:latin typeface="Times New Roman" panose="02020603050405020304"/>
            </a:endParaRPr>
          </a:p>
        </p:txBody>
      </p:sp>
      <p:sp>
        <p:nvSpPr>
          <p:cNvPr id="71" name="PlaceHolder 4"/>
          <p:cNvSpPr>
            <a:spLocks noGrp="1"/>
          </p:cNvSpPr>
          <p:nvPr>
            <p:ph/>
          </p:nvPr>
        </p:nvSpPr>
        <p:spPr>
          <a:xfrm>
            <a:off x="199440" y="3915000"/>
            <a:ext cx="11778840" cy="2572920"/>
          </a:xfrm>
          <a:prstGeom prst="rect">
            <a:avLst/>
          </a:prstGeom>
          <a:noFill/>
          <a:ln w="0">
            <a:noFill/>
          </a:ln>
        </p:spPr>
        <p:txBody>
          <a:bodyPr lIns="0" tIns="0" rIns="0" bIns="0" anchor="t">
            <a:normAutofit/>
          </a:bodyPr>
          <a:lstStyle/>
          <a:p>
            <a:pPr algn="just">
              <a:spcBef>
                <a:spcPts val="1415"/>
              </a:spcBef>
            </a:pPr>
            <a:endParaRPr lang="en-US" sz="2800" b="0" strike="noStrike" spc="-1">
              <a:solidFill>
                <a:srgbClr val="000000"/>
              </a:solidFill>
              <a:latin typeface="Times New Roman" panose="02020603050405020304"/>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72" name="PlaceHolder 1"/>
          <p:cNvSpPr>
            <a:spLocks noGrp="1"/>
          </p:cNvSpPr>
          <p:nvPr>
            <p:ph type="title"/>
          </p:nvPr>
        </p:nvSpPr>
        <p:spPr>
          <a:xfrm>
            <a:off x="0" y="232920"/>
            <a:ext cx="12191760" cy="714600"/>
          </a:xfrm>
          <a:prstGeom prst="rect">
            <a:avLst/>
          </a:prstGeom>
          <a:noFill/>
          <a:ln w="0">
            <a:noFill/>
          </a:ln>
        </p:spPr>
        <p:txBody>
          <a:bodyPr lIns="0" tIns="0" rIns="0" bIns="0" anchor="ctr">
            <a:noAutofit/>
          </a:bodyPr>
          <a:lstStyle/>
          <a:p>
            <a:endParaRPr lang="en-US" sz="1800" b="0" strike="noStrike" spc="-1">
              <a:solidFill>
                <a:srgbClr val="000000"/>
              </a:solidFill>
              <a:latin typeface="Calibri" panose="020F0502020204030204"/>
            </a:endParaRPr>
          </a:p>
        </p:txBody>
      </p:sp>
      <p:sp>
        <p:nvSpPr>
          <p:cNvPr id="73" name="PlaceHolder 2"/>
          <p:cNvSpPr>
            <a:spLocks noGrp="1"/>
          </p:cNvSpPr>
          <p:nvPr>
            <p:ph/>
          </p:nvPr>
        </p:nvSpPr>
        <p:spPr>
          <a:xfrm>
            <a:off x="199440" y="1097280"/>
            <a:ext cx="11778840" cy="2572920"/>
          </a:xfrm>
          <a:prstGeom prst="rect">
            <a:avLst/>
          </a:prstGeom>
          <a:noFill/>
          <a:ln w="0">
            <a:noFill/>
          </a:ln>
        </p:spPr>
        <p:txBody>
          <a:bodyPr lIns="0" tIns="0" rIns="0" bIns="0" anchor="t">
            <a:normAutofit/>
          </a:bodyPr>
          <a:lstStyle/>
          <a:p>
            <a:pPr algn="just">
              <a:spcBef>
                <a:spcPts val="1415"/>
              </a:spcBef>
            </a:pPr>
            <a:endParaRPr lang="en-US" sz="2800" b="0" strike="noStrike" spc="-1">
              <a:solidFill>
                <a:srgbClr val="000000"/>
              </a:solidFill>
              <a:latin typeface="Times New Roman" panose="02020603050405020304"/>
            </a:endParaRPr>
          </a:p>
        </p:txBody>
      </p:sp>
      <p:sp>
        <p:nvSpPr>
          <p:cNvPr id="74" name="PlaceHolder 3"/>
          <p:cNvSpPr>
            <a:spLocks noGrp="1"/>
          </p:cNvSpPr>
          <p:nvPr>
            <p:ph/>
          </p:nvPr>
        </p:nvSpPr>
        <p:spPr>
          <a:xfrm>
            <a:off x="199440" y="3915000"/>
            <a:ext cx="11778840" cy="2572920"/>
          </a:xfrm>
          <a:prstGeom prst="rect">
            <a:avLst/>
          </a:prstGeom>
          <a:noFill/>
          <a:ln w="0">
            <a:noFill/>
          </a:ln>
        </p:spPr>
        <p:txBody>
          <a:bodyPr lIns="0" tIns="0" rIns="0" bIns="0" anchor="t">
            <a:normAutofit/>
          </a:bodyPr>
          <a:lstStyle/>
          <a:p>
            <a:pPr algn="just">
              <a:spcBef>
                <a:spcPts val="1415"/>
              </a:spcBef>
            </a:pPr>
            <a:endParaRPr lang="en-US" sz="2800" b="0" strike="noStrike" spc="-1">
              <a:solidFill>
                <a:srgbClr val="000000"/>
              </a:solidFill>
              <a:latin typeface="Times New Roman" panose="02020603050405020304"/>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75" name="PlaceHolder 1"/>
          <p:cNvSpPr>
            <a:spLocks noGrp="1"/>
          </p:cNvSpPr>
          <p:nvPr>
            <p:ph type="title"/>
          </p:nvPr>
        </p:nvSpPr>
        <p:spPr>
          <a:xfrm>
            <a:off x="0" y="232920"/>
            <a:ext cx="12191760" cy="714600"/>
          </a:xfrm>
          <a:prstGeom prst="rect">
            <a:avLst/>
          </a:prstGeom>
          <a:noFill/>
          <a:ln w="0">
            <a:noFill/>
          </a:ln>
        </p:spPr>
        <p:txBody>
          <a:bodyPr lIns="0" tIns="0" rIns="0" bIns="0" anchor="ctr">
            <a:noAutofit/>
          </a:bodyPr>
          <a:lstStyle/>
          <a:p>
            <a:endParaRPr lang="en-US" sz="1800" b="0" strike="noStrike" spc="-1">
              <a:solidFill>
                <a:srgbClr val="000000"/>
              </a:solidFill>
              <a:latin typeface="Calibri" panose="020F0502020204030204"/>
            </a:endParaRPr>
          </a:p>
        </p:txBody>
      </p:sp>
      <p:sp>
        <p:nvSpPr>
          <p:cNvPr id="76" name="PlaceHolder 2"/>
          <p:cNvSpPr>
            <a:spLocks noGrp="1"/>
          </p:cNvSpPr>
          <p:nvPr>
            <p:ph/>
          </p:nvPr>
        </p:nvSpPr>
        <p:spPr>
          <a:xfrm>
            <a:off x="199440" y="1097280"/>
            <a:ext cx="5747760" cy="2572920"/>
          </a:xfrm>
          <a:prstGeom prst="rect">
            <a:avLst/>
          </a:prstGeom>
          <a:noFill/>
          <a:ln w="0">
            <a:noFill/>
          </a:ln>
        </p:spPr>
        <p:txBody>
          <a:bodyPr lIns="0" tIns="0" rIns="0" bIns="0" anchor="t">
            <a:normAutofit/>
          </a:bodyPr>
          <a:lstStyle/>
          <a:p>
            <a:pPr algn="just">
              <a:spcBef>
                <a:spcPts val="1415"/>
              </a:spcBef>
            </a:pPr>
            <a:endParaRPr lang="en-US" sz="2800" b="0" strike="noStrike" spc="-1">
              <a:solidFill>
                <a:srgbClr val="000000"/>
              </a:solidFill>
              <a:latin typeface="Times New Roman" panose="02020603050405020304"/>
            </a:endParaRPr>
          </a:p>
        </p:txBody>
      </p:sp>
      <p:sp>
        <p:nvSpPr>
          <p:cNvPr id="77" name="PlaceHolder 3"/>
          <p:cNvSpPr>
            <a:spLocks noGrp="1"/>
          </p:cNvSpPr>
          <p:nvPr>
            <p:ph/>
          </p:nvPr>
        </p:nvSpPr>
        <p:spPr>
          <a:xfrm>
            <a:off x="6234840" y="1097280"/>
            <a:ext cx="5747760" cy="2572920"/>
          </a:xfrm>
          <a:prstGeom prst="rect">
            <a:avLst/>
          </a:prstGeom>
          <a:noFill/>
          <a:ln w="0">
            <a:noFill/>
          </a:ln>
        </p:spPr>
        <p:txBody>
          <a:bodyPr lIns="0" tIns="0" rIns="0" bIns="0" anchor="t">
            <a:normAutofit/>
          </a:bodyPr>
          <a:lstStyle/>
          <a:p>
            <a:pPr algn="just">
              <a:spcBef>
                <a:spcPts val="1415"/>
              </a:spcBef>
            </a:pPr>
            <a:endParaRPr lang="en-US" sz="2800" b="0" strike="noStrike" spc="-1">
              <a:solidFill>
                <a:srgbClr val="000000"/>
              </a:solidFill>
              <a:latin typeface="Times New Roman" panose="02020603050405020304"/>
            </a:endParaRPr>
          </a:p>
        </p:txBody>
      </p:sp>
      <p:sp>
        <p:nvSpPr>
          <p:cNvPr id="78" name="PlaceHolder 4"/>
          <p:cNvSpPr>
            <a:spLocks noGrp="1"/>
          </p:cNvSpPr>
          <p:nvPr>
            <p:ph/>
          </p:nvPr>
        </p:nvSpPr>
        <p:spPr>
          <a:xfrm>
            <a:off x="199440" y="3915000"/>
            <a:ext cx="5747760" cy="2572920"/>
          </a:xfrm>
          <a:prstGeom prst="rect">
            <a:avLst/>
          </a:prstGeom>
          <a:noFill/>
          <a:ln w="0">
            <a:noFill/>
          </a:ln>
        </p:spPr>
        <p:txBody>
          <a:bodyPr lIns="0" tIns="0" rIns="0" bIns="0" anchor="t">
            <a:normAutofit/>
          </a:bodyPr>
          <a:lstStyle/>
          <a:p>
            <a:pPr algn="just">
              <a:spcBef>
                <a:spcPts val="1415"/>
              </a:spcBef>
            </a:pPr>
            <a:endParaRPr lang="en-US" sz="2800" b="0" strike="noStrike" spc="-1">
              <a:solidFill>
                <a:srgbClr val="000000"/>
              </a:solidFill>
              <a:latin typeface="Times New Roman" panose="02020603050405020304"/>
            </a:endParaRPr>
          </a:p>
        </p:txBody>
      </p:sp>
      <p:sp>
        <p:nvSpPr>
          <p:cNvPr id="79" name="PlaceHolder 5"/>
          <p:cNvSpPr>
            <a:spLocks noGrp="1"/>
          </p:cNvSpPr>
          <p:nvPr>
            <p:ph/>
          </p:nvPr>
        </p:nvSpPr>
        <p:spPr>
          <a:xfrm>
            <a:off x="6234840" y="3915000"/>
            <a:ext cx="5747760" cy="2572920"/>
          </a:xfrm>
          <a:prstGeom prst="rect">
            <a:avLst/>
          </a:prstGeom>
          <a:noFill/>
          <a:ln w="0">
            <a:noFill/>
          </a:ln>
        </p:spPr>
        <p:txBody>
          <a:bodyPr lIns="0" tIns="0" rIns="0" bIns="0" anchor="t">
            <a:normAutofit/>
          </a:bodyPr>
          <a:lstStyle/>
          <a:p>
            <a:pPr algn="just">
              <a:spcBef>
                <a:spcPts val="1415"/>
              </a:spcBef>
            </a:pPr>
            <a:endParaRPr lang="en-US" sz="2800" b="0" strike="noStrike" spc="-1">
              <a:solidFill>
                <a:srgbClr val="000000"/>
              </a:solidFill>
              <a:latin typeface="Times New Roman" panose="02020603050405020304"/>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80" name="PlaceHolder 1"/>
          <p:cNvSpPr>
            <a:spLocks noGrp="1"/>
          </p:cNvSpPr>
          <p:nvPr>
            <p:ph type="title"/>
          </p:nvPr>
        </p:nvSpPr>
        <p:spPr>
          <a:xfrm>
            <a:off x="0" y="232920"/>
            <a:ext cx="12191760" cy="714600"/>
          </a:xfrm>
          <a:prstGeom prst="rect">
            <a:avLst/>
          </a:prstGeom>
          <a:noFill/>
          <a:ln w="0">
            <a:noFill/>
          </a:ln>
        </p:spPr>
        <p:txBody>
          <a:bodyPr lIns="0" tIns="0" rIns="0" bIns="0" anchor="ctr">
            <a:noAutofit/>
          </a:bodyPr>
          <a:lstStyle/>
          <a:p>
            <a:endParaRPr lang="en-US" sz="1800" b="0" strike="noStrike" spc="-1">
              <a:solidFill>
                <a:srgbClr val="000000"/>
              </a:solidFill>
              <a:latin typeface="Calibri" panose="020F0502020204030204"/>
            </a:endParaRPr>
          </a:p>
        </p:txBody>
      </p:sp>
      <p:sp>
        <p:nvSpPr>
          <p:cNvPr id="81" name="PlaceHolder 2"/>
          <p:cNvSpPr>
            <a:spLocks noGrp="1"/>
          </p:cNvSpPr>
          <p:nvPr>
            <p:ph/>
          </p:nvPr>
        </p:nvSpPr>
        <p:spPr>
          <a:xfrm>
            <a:off x="199440" y="1097280"/>
            <a:ext cx="3792600" cy="2572920"/>
          </a:xfrm>
          <a:prstGeom prst="rect">
            <a:avLst/>
          </a:prstGeom>
          <a:noFill/>
          <a:ln w="0">
            <a:noFill/>
          </a:ln>
        </p:spPr>
        <p:txBody>
          <a:bodyPr lIns="0" tIns="0" rIns="0" bIns="0" anchor="t">
            <a:normAutofit/>
          </a:bodyPr>
          <a:lstStyle/>
          <a:p>
            <a:pPr algn="just">
              <a:spcBef>
                <a:spcPts val="1415"/>
              </a:spcBef>
            </a:pPr>
            <a:endParaRPr lang="en-US" sz="2800" b="0" strike="noStrike" spc="-1">
              <a:solidFill>
                <a:srgbClr val="000000"/>
              </a:solidFill>
              <a:latin typeface="Times New Roman" panose="02020603050405020304"/>
            </a:endParaRPr>
          </a:p>
        </p:txBody>
      </p:sp>
      <p:sp>
        <p:nvSpPr>
          <p:cNvPr id="82" name="PlaceHolder 3"/>
          <p:cNvSpPr>
            <a:spLocks noGrp="1"/>
          </p:cNvSpPr>
          <p:nvPr>
            <p:ph/>
          </p:nvPr>
        </p:nvSpPr>
        <p:spPr>
          <a:xfrm>
            <a:off x="4182120" y="1097280"/>
            <a:ext cx="3792600" cy="2572920"/>
          </a:xfrm>
          <a:prstGeom prst="rect">
            <a:avLst/>
          </a:prstGeom>
          <a:noFill/>
          <a:ln w="0">
            <a:noFill/>
          </a:ln>
        </p:spPr>
        <p:txBody>
          <a:bodyPr lIns="0" tIns="0" rIns="0" bIns="0" anchor="t">
            <a:normAutofit/>
          </a:bodyPr>
          <a:lstStyle/>
          <a:p>
            <a:pPr algn="just">
              <a:spcBef>
                <a:spcPts val="1415"/>
              </a:spcBef>
            </a:pPr>
            <a:endParaRPr lang="en-US" sz="2800" b="0" strike="noStrike" spc="-1">
              <a:solidFill>
                <a:srgbClr val="000000"/>
              </a:solidFill>
              <a:latin typeface="Times New Roman" panose="02020603050405020304"/>
            </a:endParaRPr>
          </a:p>
        </p:txBody>
      </p:sp>
      <p:sp>
        <p:nvSpPr>
          <p:cNvPr id="83" name="PlaceHolder 4"/>
          <p:cNvSpPr>
            <a:spLocks noGrp="1"/>
          </p:cNvSpPr>
          <p:nvPr>
            <p:ph/>
          </p:nvPr>
        </p:nvSpPr>
        <p:spPr>
          <a:xfrm>
            <a:off x="8164800" y="1097280"/>
            <a:ext cx="3792600" cy="2572920"/>
          </a:xfrm>
          <a:prstGeom prst="rect">
            <a:avLst/>
          </a:prstGeom>
          <a:noFill/>
          <a:ln w="0">
            <a:noFill/>
          </a:ln>
        </p:spPr>
        <p:txBody>
          <a:bodyPr lIns="0" tIns="0" rIns="0" bIns="0" anchor="t">
            <a:normAutofit/>
          </a:bodyPr>
          <a:lstStyle/>
          <a:p>
            <a:pPr algn="just">
              <a:spcBef>
                <a:spcPts val="1415"/>
              </a:spcBef>
            </a:pPr>
            <a:endParaRPr lang="en-US" sz="2800" b="0" strike="noStrike" spc="-1">
              <a:solidFill>
                <a:srgbClr val="000000"/>
              </a:solidFill>
              <a:latin typeface="Times New Roman" panose="02020603050405020304"/>
            </a:endParaRPr>
          </a:p>
        </p:txBody>
      </p:sp>
      <p:sp>
        <p:nvSpPr>
          <p:cNvPr id="84" name="PlaceHolder 5"/>
          <p:cNvSpPr>
            <a:spLocks noGrp="1"/>
          </p:cNvSpPr>
          <p:nvPr>
            <p:ph/>
          </p:nvPr>
        </p:nvSpPr>
        <p:spPr>
          <a:xfrm>
            <a:off x="199440" y="3915000"/>
            <a:ext cx="3792600" cy="2572920"/>
          </a:xfrm>
          <a:prstGeom prst="rect">
            <a:avLst/>
          </a:prstGeom>
          <a:noFill/>
          <a:ln w="0">
            <a:noFill/>
          </a:ln>
        </p:spPr>
        <p:txBody>
          <a:bodyPr lIns="0" tIns="0" rIns="0" bIns="0" anchor="t">
            <a:normAutofit/>
          </a:bodyPr>
          <a:lstStyle/>
          <a:p>
            <a:pPr algn="just">
              <a:spcBef>
                <a:spcPts val="1415"/>
              </a:spcBef>
            </a:pPr>
            <a:endParaRPr lang="en-US" sz="2800" b="0" strike="noStrike" spc="-1">
              <a:solidFill>
                <a:srgbClr val="000000"/>
              </a:solidFill>
              <a:latin typeface="Times New Roman" panose="02020603050405020304"/>
            </a:endParaRPr>
          </a:p>
        </p:txBody>
      </p:sp>
      <p:sp>
        <p:nvSpPr>
          <p:cNvPr id="85" name="PlaceHolder 6"/>
          <p:cNvSpPr>
            <a:spLocks noGrp="1"/>
          </p:cNvSpPr>
          <p:nvPr>
            <p:ph/>
          </p:nvPr>
        </p:nvSpPr>
        <p:spPr>
          <a:xfrm>
            <a:off x="4182120" y="3915000"/>
            <a:ext cx="3792600" cy="2572920"/>
          </a:xfrm>
          <a:prstGeom prst="rect">
            <a:avLst/>
          </a:prstGeom>
          <a:noFill/>
          <a:ln w="0">
            <a:noFill/>
          </a:ln>
        </p:spPr>
        <p:txBody>
          <a:bodyPr lIns="0" tIns="0" rIns="0" bIns="0" anchor="t">
            <a:normAutofit/>
          </a:bodyPr>
          <a:lstStyle/>
          <a:p>
            <a:pPr algn="just">
              <a:spcBef>
                <a:spcPts val="1415"/>
              </a:spcBef>
            </a:pPr>
            <a:endParaRPr lang="en-US" sz="2800" b="0" strike="noStrike" spc="-1">
              <a:solidFill>
                <a:srgbClr val="000000"/>
              </a:solidFill>
              <a:latin typeface="Times New Roman" panose="02020603050405020304"/>
            </a:endParaRPr>
          </a:p>
        </p:txBody>
      </p:sp>
      <p:sp>
        <p:nvSpPr>
          <p:cNvPr id="86" name="PlaceHolder 7"/>
          <p:cNvSpPr>
            <a:spLocks noGrp="1"/>
          </p:cNvSpPr>
          <p:nvPr>
            <p:ph/>
          </p:nvPr>
        </p:nvSpPr>
        <p:spPr>
          <a:xfrm>
            <a:off x="8164800" y="3915000"/>
            <a:ext cx="3792600" cy="2572920"/>
          </a:xfrm>
          <a:prstGeom prst="rect">
            <a:avLst/>
          </a:prstGeom>
          <a:noFill/>
          <a:ln w="0">
            <a:noFill/>
          </a:ln>
        </p:spPr>
        <p:txBody>
          <a:bodyPr lIns="0" tIns="0" rIns="0" bIns="0" anchor="t">
            <a:normAutofit/>
          </a:bodyPr>
          <a:lstStyle/>
          <a:p>
            <a:pPr algn="just">
              <a:spcBef>
                <a:spcPts val="1415"/>
              </a:spcBef>
            </a:pPr>
            <a:endParaRPr lang="en-US" sz="2800" b="0" strike="noStrike" spc="-1">
              <a:solidFill>
                <a:srgbClr val="000000"/>
              </a:solidFill>
              <a:latin typeface="Times New Roman" panose="02020603050405020304"/>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theme" Target="../theme/theme2.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slideLayout" Target="../slideLayouts/slideLayout25.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Date Placeholder 3"/>
          <p:cNvSpPr/>
          <p:nvPr/>
        </p:nvSpPr>
        <p:spPr>
          <a:xfrm>
            <a:off x="777240" y="6634440"/>
            <a:ext cx="5781600" cy="220680"/>
          </a:xfrm>
          <a:prstGeom prst="rect">
            <a:avLst/>
          </a:prstGeom>
          <a:solidFill>
            <a:srgbClr val="002060"/>
          </a:solidFill>
          <a:ln w="0">
            <a:noFill/>
          </a:ln>
        </p:spPr>
        <p:style>
          <a:lnRef idx="0">
            <a:scrgbClr r="0" g="0" b="0"/>
          </a:lnRef>
          <a:fillRef idx="0">
            <a:scrgbClr r="0" g="0" b="0"/>
          </a:fillRef>
          <a:effectRef idx="0">
            <a:scrgbClr r="0" g="0" b="0"/>
          </a:effectRef>
          <a:fontRef idx="minor"/>
        </p:style>
      </p:sp>
      <p:sp>
        <p:nvSpPr>
          <p:cNvPr id="8" name="Date Placeholder 3"/>
          <p:cNvSpPr/>
          <p:nvPr/>
        </p:nvSpPr>
        <p:spPr>
          <a:xfrm>
            <a:off x="6559200" y="6634440"/>
            <a:ext cx="5194800" cy="220680"/>
          </a:xfrm>
          <a:prstGeom prst="rect">
            <a:avLst/>
          </a:prstGeom>
          <a:solidFill>
            <a:srgbClr val="008080"/>
          </a:solidFill>
          <a:ln w="0">
            <a:noFill/>
          </a:ln>
        </p:spPr>
        <p:style>
          <a:lnRef idx="0">
            <a:scrgbClr r="0" g="0" b="0"/>
          </a:lnRef>
          <a:fillRef idx="0">
            <a:scrgbClr r="0" g="0" b="0"/>
          </a:fillRef>
          <a:effectRef idx="0">
            <a:scrgbClr r="0" g="0" b="0"/>
          </a:effectRef>
          <a:fontRef idx="minor"/>
        </p:style>
      </p:sp>
      <p:sp>
        <p:nvSpPr>
          <p:cNvPr id="2" name="Date Placeholder 3"/>
          <p:cNvSpPr/>
          <p:nvPr/>
        </p:nvSpPr>
        <p:spPr>
          <a:xfrm>
            <a:off x="11754360" y="6636960"/>
            <a:ext cx="437400" cy="220680"/>
          </a:xfrm>
          <a:prstGeom prst="rect">
            <a:avLst/>
          </a:prstGeom>
          <a:solidFill>
            <a:schemeClr val="accent4"/>
          </a:solidFill>
          <a:ln w="0">
            <a:noFill/>
          </a:ln>
        </p:spPr>
        <p:style>
          <a:lnRef idx="0">
            <a:scrgbClr r="0" g="0" b="0"/>
          </a:lnRef>
          <a:fillRef idx="0">
            <a:scrgbClr r="0" g="0" b="0"/>
          </a:fillRef>
          <a:effectRef idx="0">
            <a:scrgbClr r="0" g="0" b="0"/>
          </a:effectRef>
          <a:fontRef idx="minor"/>
        </p:style>
      </p:sp>
      <p:sp>
        <p:nvSpPr>
          <p:cNvPr id="3" name="Date Placeholder 3"/>
          <p:cNvSpPr/>
          <p:nvPr/>
        </p:nvSpPr>
        <p:spPr>
          <a:xfrm>
            <a:off x="0" y="0"/>
            <a:ext cx="12191760" cy="232560"/>
          </a:xfrm>
          <a:prstGeom prst="rect">
            <a:avLst/>
          </a:prstGeom>
          <a:solidFill>
            <a:srgbClr val="006666"/>
          </a:solidFill>
          <a:ln w="0">
            <a:noFill/>
          </a:ln>
        </p:spPr>
        <p:style>
          <a:lnRef idx="0">
            <a:scrgbClr r="0" g="0" b="0"/>
          </a:lnRef>
          <a:fillRef idx="0">
            <a:scrgbClr r="0" g="0" b="0"/>
          </a:fillRef>
          <a:effectRef idx="0">
            <a:scrgbClr r="0" g="0" b="0"/>
          </a:effectRef>
          <a:fontRef idx="minor"/>
        </p:style>
      </p:sp>
      <p:sp>
        <p:nvSpPr>
          <p:cNvPr id="4" name="Date Placeholder 3"/>
          <p:cNvSpPr/>
          <p:nvPr/>
        </p:nvSpPr>
        <p:spPr>
          <a:xfrm>
            <a:off x="0" y="6634440"/>
            <a:ext cx="776880" cy="221040"/>
          </a:xfrm>
          <a:prstGeom prst="rect">
            <a:avLst/>
          </a:prstGeom>
          <a:solidFill>
            <a:schemeClr val="accent2">
              <a:lumMod val="75000"/>
            </a:schemeClr>
          </a:solidFill>
          <a:ln w="0">
            <a:noFill/>
          </a:ln>
        </p:spPr>
        <p:style>
          <a:lnRef idx="0">
            <a:scrgbClr r="0" g="0" b="0"/>
          </a:lnRef>
          <a:fillRef idx="0">
            <a:scrgbClr r="0" g="0" b="0"/>
          </a:fillRef>
          <a:effectRef idx="0">
            <a:scrgbClr r="0" g="0" b="0"/>
          </a:effectRef>
          <a:fontRef idx="minor"/>
        </p:style>
      </p:sp>
      <p:sp>
        <p:nvSpPr>
          <p:cNvPr id="5"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r>
              <a:rPr lang="en-US" sz="1800" b="0" strike="noStrike" spc="-1">
                <a:solidFill>
                  <a:srgbClr val="000000"/>
                </a:solidFill>
                <a:latin typeface="Calibri" panose="020F0502020204030204"/>
              </a:rPr>
              <a:t>Click to edit the title text format</a:t>
            </a:r>
          </a:p>
        </p:txBody>
      </p:sp>
      <p:sp>
        <p:nvSpPr>
          <p:cNvPr id="6" name="PlaceHolder 2"/>
          <p:cNvSpPr>
            <a:spLocks noGrp="1"/>
          </p:cNvSpPr>
          <p:nvPr>
            <p:ph type="body"/>
          </p:nvPr>
        </p:nvSpPr>
        <p:spPr>
          <a:xfrm>
            <a:off x="609480" y="1604520"/>
            <a:ext cx="10972440" cy="3977280"/>
          </a:xfrm>
          <a:prstGeom prst="rect">
            <a:avLst/>
          </a:prstGeom>
          <a:noFill/>
          <a:ln w="0">
            <a:noFill/>
          </a:ln>
        </p:spPr>
        <p:txBody>
          <a:bodyPr lIns="0" tIns="0" rIns="0" bIns="0" anchor="t">
            <a:normAutofit/>
          </a:bodyPr>
          <a:lstStyle/>
          <a:p>
            <a:pPr marL="431800" indent="-323850" algn="just">
              <a:spcBef>
                <a:spcPts val="1415"/>
              </a:spcBef>
              <a:buClr>
                <a:srgbClr val="000000"/>
              </a:buClr>
              <a:buSzPct val="45000"/>
              <a:buFont typeface="Wingdings" panose="05000000000000000000" pitchFamily="2" charset="2"/>
              <a:buChar char=""/>
            </a:pPr>
            <a:r>
              <a:rPr lang="en-US" sz="2800" b="0" strike="noStrike" spc="-1">
                <a:solidFill>
                  <a:srgbClr val="000000"/>
                </a:solidFill>
                <a:latin typeface="Times New Roman" panose="02020603050405020304"/>
              </a:rPr>
              <a:t>Click to edit the outline text format</a:t>
            </a:r>
          </a:p>
          <a:p>
            <a:pPr marL="864235" lvl="1" indent="-323850" algn="just">
              <a:spcBef>
                <a:spcPts val="1135"/>
              </a:spcBef>
              <a:buClr>
                <a:srgbClr val="000000"/>
              </a:buClr>
              <a:buSzPct val="75000"/>
              <a:buFont typeface="Symbol" panose="05050102010706020507" charset="2"/>
              <a:buChar char=""/>
            </a:pPr>
            <a:r>
              <a:rPr lang="en-US" sz="2000" b="0" strike="noStrike" spc="-1">
                <a:solidFill>
                  <a:srgbClr val="000000"/>
                </a:solidFill>
                <a:latin typeface="Times New Roman" panose="02020603050405020304"/>
              </a:rPr>
              <a:t>Second Outline Level</a:t>
            </a:r>
          </a:p>
          <a:p>
            <a:pPr marL="1296035" lvl="2" indent="-288290" algn="just">
              <a:spcBef>
                <a:spcPts val="850"/>
              </a:spcBef>
              <a:buClr>
                <a:srgbClr val="000000"/>
              </a:buClr>
              <a:buSzPct val="45000"/>
              <a:buFont typeface="Wingdings" panose="05000000000000000000" pitchFamily="2" charset="2"/>
              <a:buChar char=""/>
            </a:pPr>
            <a:r>
              <a:rPr lang="en-US" sz="1800" b="0" strike="noStrike" spc="-1">
                <a:solidFill>
                  <a:srgbClr val="000000"/>
                </a:solidFill>
                <a:latin typeface="Times New Roman" panose="02020603050405020304"/>
              </a:rPr>
              <a:t>Third Outline Level</a:t>
            </a:r>
          </a:p>
          <a:p>
            <a:pPr marL="1727835" lvl="3" indent="-215900" algn="just">
              <a:spcBef>
                <a:spcPts val="565"/>
              </a:spcBef>
              <a:buClr>
                <a:srgbClr val="000000"/>
              </a:buClr>
              <a:buSzPct val="75000"/>
              <a:buFont typeface="Symbol" panose="05050102010706020507" charset="2"/>
              <a:buChar char=""/>
            </a:pPr>
            <a:r>
              <a:rPr lang="en-US" sz="1800" b="0" strike="noStrike" spc="-1">
                <a:solidFill>
                  <a:srgbClr val="000000"/>
                </a:solidFill>
                <a:latin typeface="Times New Roman" panose="02020603050405020304"/>
              </a:rPr>
              <a:t>Fourth Outline Level</a:t>
            </a:r>
          </a:p>
          <a:p>
            <a:pPr marL="2160270" lvl="4" indent="-215900" algn="just">
              <a:spcBef>
                <a:spcPts val="285"/>
              </a:spcBef>
              <a:buClr>
                <a:srgbClr val="000000"/>
              </a:buClr>
              <a:buSzPct val="45000"/>
              <a:buFont typeface="Wingdings" panose="05000000000000000000" pitchFamily="2" charset="2"/>
              <a:buChar char=""/>
            </a:pPr>
            <a:r>
              <a:rPr lang="en-US" sz="2000" b="0" strike="noStrike" spc="-1">
                <a:solidFill>
                  <a:srgbClr val="000000"/>
                </a:solidFill>
                <a:latin typeface="Times New Roman" panose="02020603050405020304"/>
              </a:rPr>
              <a:t>Fifth Outline Level</a:t>
            </a:r>
          </a:p>
          <a:p>
            <a:pPr marL="2592070" lvl="5" indent="-215900" algn="just">
              <a:spcBef>
                <a:spcPts val="285"/>
              </a:spcBef>
              <a:buClr>
                <a:srgbClr val="000000"/>
              </a:buClr>
              <a:buSzPct val="45000"/>
              <a:buFont typeface="Wingdings" panose="05000000000000000000" pitchFamily="2" charset="2"/>
              <a:buChar char=""/>
            </a:pPr>
            <a:r>
              <a:rPr lang="en-US" sz="2000" b="0" strike="noStrike" spc="-1">
                <a:solidFill>
                  <a:srgbClr val="000000"/>
                </a:solidFill>
                <a:latin typeface="Times New Roman" panose="02020603050405020304"/>
              </a:rPr>
              <a:t>Sixth Outline Level</a:t>
            </a:r>
          </a:p>
          <a:p>
            <a:pPr marL="3023870" lvl="6" indent="-215900" algn="just">
              <a:spcBef>
                <a:spcPts val="285"/>
              </a:spcBef>
              <a:buClr>
                <a:srgbClr val="000000"/>
              </a:buClr>
              <a:buSzPct val="45000"/>
              <a:buFont typeface="Wingdings" panose="05000000000000000000" pitchFamily="2" charset="2"/>
              <a:buChar char=""/>
            </a:pPr>
            <a:r>
              <a:rPr lang="en-US" sz="2000" b="0" strike="noStrike" spc="-1">
                <a:solidFill>
                  <a:srgbClr val="000000"/>
                </a:solidFill>
                <a:latin typeface="Times New Roman" panose="02020603050405020304"/>
              </a:rPr>
              <a:t>Seventh Outline Level</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p:bodyStyle/>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3" name="PlaceHolder 1"/>
          <p:cNvSpPr>
            <a:spLocks noGrp="1"/>
          </p:cNvSpPr>
          <p:nvPr>
            <p:ph type="title"/>
          </p:nvPr>
        </p:nvSpPr>
        <p:spPr>
          <a:xfrm>
            <a:off x="0" y="232920"/>
            <a:ext cx="12191760" cy="714600"/>
          </a:xfrm>
          <a:prstGeom prst="rect">
            <a:avLst/>
          </a:prstGeom>
          <a:solidFill>
            <a:srgbClr val="FF6600"/>
          </a:solidFill>
          <a:ln w="0">
            <a:noFill/>
          </a:ln>
          <a:effectLst>
            <a:outerShdw blurRad="44280" dist="28080" dir="5400000" rotWithShape="0">
              <a:srgbClr val="000000">
                <a:alpha val="32000"/>
              </a:srgbClr>
            </a:outerShdw>
          </a:effectLst>
        </p:spPr>
        <p:txBody>
          <a:bodyPr lIns="90000" tIns="45000" rIns="90000" bIns="45000" anchor="t">
            <a:noAutofit/>
          </a:bodyPr>
          <a:lstStyle/>
          <a:p>
            <a:pPr>
              <a:lnSpc>
                <a:spcPct val="90000"/>
              </a:lnSpc>
            </a:pPr>
            <a:r>
              <a:rPr lang="en-US" sz="4400" b="0" strike="noStrike" spc="-1">
                <a:solidFill>
                  <a:srgbClr val="FFFFFF"/>
                </a:solidFill>
                <a:latin typeface="Times New Roman" panose="02020603050405020304"/>
              </a:rPr>
              <a:t>Click to edit Master title style</a:t>
            </a:r>
            <a:endParaRPr lang="en-US" sz="4400" b="0" strike="noStrike" spc="-1">
              <a:solidFill>
                <a:srgbClr val="000000"/>
              </a:solidFill>
              <a:latin typeface="Calibri" panose="020F0502020204030204"/>
            </a:endParaRPr>
          </a:p>
        </p:txBody>
      </p:sp>
      <p:sp>
        <p:nvSpPr>
          <p:cNvPr id="44" name="PlaceHolder 2"/>
          <p:cNvSpPr>
            <a:spLocks noGrp="1"/>
          </p:cNvSpPr>
          <p:nvPr>
            <p:ph type="body"/>
          </p:nvPr>
        </p:nvSpPr>
        <p:spPr>
          <a:xfrm>
            <a:off x="199440" y="1097280"/>
            <a:ext cx="11778840" cy="5394600"/>
          </a:xfrm>
          <a:prstGeom prst="rect">
            <a:avLst/>
          </a:prstGeom>
          <a:noFill/>
          <a:ln w="0">
            <a:noFill/>
          </a:ln>
        </p:spPr>
        <p:txBody>
          <a:bodyPr anchor="t">
            <a:noAutofit/>
          </a:bodyPr>
          <a:lstStyle/>
          <a:p>
            <a:pPr marL="228600" indent="-228600" algn="just">
              <a:lnSpc>
                <a:spcPct val="90000"/>
              </a:lnSpc>
              <a:spcBef>
                <a:spcPts val="1000"/>
              </a:spcBef>
              <a:buClr>
                <a:srgbClr val="000000"/>
              </a:buClr>
              <a:buFont typeface="Wingdings" panose="05000000000000000000" pitchFamily="2" charset="2"/>
              <a:buChar char=""/>
            </a:pPr>
            <a:r>
              <a:rPr lang="en-US" sz="2800" b="0" strike="noStrike" spc="-1">
                <a:solidFill>
                  <a:srgbClr val="000000"/>
                </a:solidFill>
                <a:latin typeface="Times New Roman" panose="02020603050405020304"/>
              </a:rPr>
              <a:t>Edit Master text styles</a:t>
            </a:r>
          </a:p>
          <a:p>
            <a:pPr marL="685800" lvl="1" indent="-228600" algn="just">
              <a:lnSpc>
                <a:spcPct val="90000"/>
              </a:lnSpc>
              <a:spcBef>
                <a:spcPts val="500"/>
              </a:spcBef>
              <a:buClr>
                <a:srgbClr val="000000"/>
              </a:buClr>
              <a:buFont typeface="Wingdings" panose="05000000000000000000" pitchFamily="2" charset="2"/>
              <a:buChar char=""/>
            </a:pPr>
            <a:r>
              <a:rPr lang="en-US" sz="2400" b="0" strike="noStrike" spc="-1">
                <a:solidFill>
                  <a:srgbClr val="000000"/>
                </a:solidFill>
                <a:latin typeface="Times New Roman" panose="02020603050405020304"/>
              </a:rPr>
              <a:t>Second level</a:t>
            </a:r>
          </a:p>
          <a:p>
            <a:pPr marL="1143000" lvl="2" indent="-228600" algn="just">
              <a:lnSpc>
                <a:spcPct val="90000"/>
              </a:lnSpc>
              <a:spcBef>
                <a:spcPts val="500"/>
              </a:spcBef>
              <a:buClr>
                <a:srgbClr val="000000"/>
              </a:buClr>
              <a:buFont typeface="Courier New" panose="02070309020205020404"/>
              <a:buChar char="o"/>
            </a:pPr>
            <a:r>
              <a:rPr lang="en-US" sz="2000" b="0" strike="noStrike" spc="-1">
                <a:solidFill>
                  <a:srgbClr val="000000"/>
                </a:solidFill>
                <a:latin typeface="Times New Roman" panose="02020603050405020304"/>
              </a:rPr>
              <a:t>Third level</a:t>
            </a:r>
          </a:p>
          <a:p>
            <a:pPr marL="1600200" lvl="3" indent="-228600" algn="just">
              <a:lnSpc>
                <a:spcPct val="90000"/>
              </a:lnSpc>
              <a:spcBef>
                <a:spcPts val="500"/>
              </a:spcBef>
              <a:buClr>
                <a:srgbClr val="000000"/>
              </a:buClr>
              <a:buFont typeface="Wingdings" panose="05000000000000000000" pitchFamily="2" charset="2"/>
              <a:buChar char=""/>
            </a:pPr>
            <a:r>
              <a:rPr lang="en-US" sz="1800" b="0" strike="noStrike" spc="-1">
                <a:solidFill>
                  <a:srgbClr val="000000"/>
                </a:solidFill>
                <a:latin typeface="Times New Roman" panose="02020603050405020304"/>
              </a:rPr>
              <a:t>Fourth level</a:t>
            </a:r>
          </a:p>
          <a:p>
            <a:pPr marL="2057400" lvl="4" indent="-228600" algn="just">
              <a:lnSpc>
                <a:spcPct val="90000"/>
              </a:lnSpc>
              <a:spcBef>
                <a:spcPts val="500"/>
              </a:spcBef>
              <a:buClr>
                <a:srgbClr val="000000"/>
              </a:buClr>
              <a:buFont typeface="Arial" panose="020B0604020202020204"/>
              <a:buChar char="•"/>
            </a:pPr>
            <a:r>
              <a:rPr lang="en-US" sz="1800" b="0" strike="noStrike" spc="-1">
                <a:solidFill>
                  <a:srgbClr val="000000"/>
                </a:solidFill>
                <a:latin typeface="Times New Roman" panose="02020603050405020304"/>
              </a:rPr>
              <a:t>Fifth level</a:t>
            </a:r>
          </a:p>
        </p:txBody>
      </p:sp>
      <p:sp>
        <p:nvSpPr>
          <p:cNvPr id="45" name="Date Placeholder 3"/>
          <p:cNvSpPr/>
          <p:nvPr/>
        </p:nvSpPr>
        <p:spPr>
          <a:xfrm>
            <a:off x="777240" y="6642720"/>
            <a:ext cx="5653800" cy="214920"/>
          </a:xfrm>
          <a:prstGeom prst="rect">
            <a:avLst/>
          </a:prstGeom>
          <a:solidFill>
            <a:srgbClr val="002060"/>
          </a:solidFill>
          <a:ln w="0">
            <a:noFill/>
          </a:ln>
        </p:spPr>
        <p:style>
          <a:lnRef idx="0">
            <a:scrgbClr r="0" g="0" b="0"/>
          </a:lnRef>
          <a:fillRef idx="0">
            <a:scrgbClr r="0" g="0" b="0"/>
          </a:fillRef>
          <a:effectRef idx="0">
            <a:scrgbClr r="0" g="0" b="0"/>
          </a:effectRef>
          <a:fontRef idx="minor"/>
        </p:style>
        <p:txBody>
          <a:bodyPr anchor="ctr">
            <a:noAutofit/>
          </a:bodyPr>
          <a:lstStyle/>
          <a:p>
            <a:pPr algn="ctr">
              <a:lnSpc>
                <a:spcPct val="100000"/>
              </a:lnSpc>
            </a:pPr>
            <a:r>
              <a:rPr lang="en-US" sz="1600" b="0" strike="noStrike" cap="small" spc="-1" dirty="0">
                <a:solidFill>
                  <a:srgbClr val="FFFFFF"/>
                </a:solidFill>
                <a:latin typeface="Times New Roman" panose="02020603050405020304"/>
              </a:rPr>
              <a:t>Dept. of Computer Science and Engineering</a:t>
            </a:r>
            <a:endParaRPr lang="en-IN" sz="1600" b="0" strike="noStrike" spc="-1" dirty="0">
              <a:latin typeface="Arial" panose="020B0604020202020204"/>
            </a:endParaRPr>
          </a:p>
        </p:txBody>
      </p:sp>
      <p:sp>
        <p:nvSpPr>
          <p:cNvPr id="46" name="Date Placeholder 3"/>
          <p:cNvSpPr/>
          <p:nvPr/>
        </p:nvSpPr>
        <p:spPr>
          <a:xfrm>
            <a:off x="6431400" y="6642000"/>
            <a:ext cx="5322600" cy="215640"/>
          </a:xfrm>
          <a:prstGeom prst="rect">
            <a:avLst/>
          </a:prstGeom>
          <a:solidFill>
            <a:srgbClr val="008080"/>
          </a:solidFill>
          <a:ln w="0">
            <a:noFill/>
          </a:ln>
        </p:spPr>
        <p:style>
          <a:lnRef idx="0">
            <a:scrgbClr r="0" g="0" b="0"/>
          </a:lnRef>
          <a:fillRef idx="0">
            <a:scrgbClr r="0" g="0" b="0"/>
          </a:fillRef>
          <a:effectRef idx="0">
            <a:scrgbClr r="0" g="0" b="0"/>
          </a:effectRef>
          <a:fontRef idx="minor"/>
        </p:style>
        <p:txBody>
          <a:bodyPr anchor="ctr">
            <a:noAutofit/>
          </a:bodyPr>
          <a:lstStyle/>
          <a:p>
            <a:pPr algn="ctr">
              <a:lnSpc>
                <a:spcPct val="100000"/>
              </a:lnSpc>
            </a:pPr>
            <a:r>
              <a:rPr lang="en-US" sz="1600" b="0" strike="noStrike" cap="small" spc="-1">
                <a:solidFill>
                  <a:srgbClr val="FFFFFF"/>
                </a:solidFill>
                <a:latin typeface="Times New Roman" panose="02020603050405020304"/>
              </a:rPr>
              <a:t>Srinivasa Ramanujan Institute of Technology</a:t>
            </a:r>
            <a:endParaRPr lang="en-IN" sz="1600" b="0" strike="noStrike" spc="-1">
              <a:latin typeface="Arial" panose="020B0604020202020204"/>
            </a:endParaRPr>
          </a:p>
        </p:txBody>
      </p:sp>
      <p:sp>
        <p:nvSpPr>
          <p:cNvPr id="47" name="Date Placeholder 3"/>
          <p:cNvSpPr/>
          <p:nvPr/>
        </p:nvSpPr>
        <p:spPr>
          <a:xfrm>
            <a:off x="11623040" y="6642100"/>
            <a:ext cx="568960" cy="215900"/>
          </a:xfrm>
          <a:prstGeom prst="rect">
            <a:avLst/>
          </a:prstGeom>
          <a:solidFill>
            <a:schemeClr val="accent4"/>
          </a:solidFill>
          <a:ln w="0">
            <a:noFill/>
          </a:ln>
        </p:spPr>
        <p:style>
          <a:lnRef idx="0">
            <a:scrgbClr r="0" g="0" b="0"/>
          </a:lnRef>
          <a:fillRef idx="0">
            <a:scrgbClr r="0" g="0" b="0"/>
          </a:fillRef>
          <a:effectRef idx="0">
            <a:scrgbClr r="0" g="0" b="0"/>
          </a:effectRef>
          <a:fontRef idx="minor"/>
        </p:style>
        <p:txBody>
          <a:bodyPr anchor="ctr">
            <a:noAutofit/>
          </a:bodyPr>
          <a:lstStyle/>
          <a:p>
            <a:pPr algn="ctr">
              <a:lnSpc>
                <a:spcPct val="100000"/>
              </a:lnSpc>
            </a:pPr>
            <a:fld id="{287FBA57-AD8A-4D8D-8881-00EAA4F18DD5}" type="slidenum">
              <a:rPr lang="en-IN" sz="1600" b="1" strike="noStrike" spc="-1">
                <a:solidFill>
                  <a:srgbClr val="002060"/>
                </a:solidFill>
                <a:latin typeface="Times New Roman" panose="02020603050405020304"/>
              </a:rPr>
              <a:t>‹#›</a:t>
            </a:fld>
            <a:endParaRPr lang="en-IN" sz="1600" b="0" strike="noStrike" spc="-1">
              <a:latin typeface="Arial" panose="020B0604020202020204"/>
            </a:endParaRPr>
          </a:p>
        </p:txBody>
      </p:sp>
      <p:sp>
        <p:nvSpPr>
          <p:cNvPr id="48" name="Date Placeholder 3"/>
          <p:cNvSpPr/>
          <p:nvPr/>
        </p:nvSpPr>
        <p:spPr>
          <a:xfrm>
            <a:off x="0" y="0"/>
            <a:ext cx="12191760" cy="232560"/>
          </a:xfrm>
          <a:prstGeom prst="rect">
            <a:avLst/>
          </a:prstGeom>
          <a:solidFill>
            <a:srgbClr val="006666"/>
          </a:solidFill>
          <a:ln w="0">
            <a:noFill/>
          </a:ln>
        </p:spPr>
        <p:style>
          <a:lnRef idx="0">
            <a:scrgbClr r="0" g="0" b="0"/>
          </a:lnRef>
          <a:fillRef idx="0">
            <a:scrgbClr r="0" g="0" b="0"/>
          </a:fillRef>
          <a:effectRef idx="0">
            <a:scrgbClr r="0" g="0" b="0"/>
          </a:effectRef>
          <a:fontRef idx="minor"/>
        </p:style>
        <p:txBody>
          <a:bodyPr anchor="ctr">
            <a:noAutofit/>
          </a:bodyPr>
          <a:lstStyle/>
          <a:p>
            <a:pPr algn="ctr">
              <a:lnSpc>
                <a:spcPct val="100000"/>
              </a:lnSpc>
            </a:pPr>
            <a:r>
              <a:rPr lang="en-US" sz="1500" b="1" i="1" strike="noStrike" spc="-1">
                <a:solidFill>
                  <a:srgbClr val="FFFFFF"/>
                </a:solidFill>
                <a:latin typeface="Times New Roman" panose="02020603050405020304"/>
              </a:rPr>
              <a:t>Title of the Project</a:t>
            </a:r>
            <a:endParaRPr lang="en-IN" sz="1500" b="0" strike="noStrike" spc="-1">
              <a:latin typeface="Arial" panose="020B0604020202020204"/>
            </a:endParaRPr>
          </a:p>
        </p:txBody>
      </p:sp>
      <p:pic>
        <p:nvPicPr>
          <p:cNvPr id="49" name="Picture 5"/>
          <p:cNvPicPr/>
          <p:nvPr/>
        </p:nvPicPr>
        <p:blipFill>
          <a:blip r:embed="rId14" cstate="print"/>
          <a:stretch>
            <a:fillRect/>
          </a:stretch>
        </p:blipFill>
        <p:spPr>
          <a:xfrm>
            <a:off x="11506320" y="5956200"/>
            <a:ext cx="685440" cy="685440"/>
          </a:xfrm>
          <a:prstGeom prst="rect">
            <a:avLst/>
          </a:prstGeom>
          <a:ln w="0">
            <a:noFill/>
          </a:ln>
        </p:spPr>
      </p:pic>
      <p:sp>
        <p:nvSpPr>
          <p:cNvPr id="50" name="Date Placeholder 3"/>
          <p:cNvSpPr/>
          <p:nvPr/>
        </p:nvSpPr>
        <p:spPr>
          <a:xfrm>
            <a:off x="0" y="6642735"/>
            <a:ext cx="932815" cy="214630"/>
          </a:xfrm>
          <a:prstGeom prst="rect">
            <a:avLst/>
          </a:prstGeom>
          <a:solidFill>
            <a:schemeClr val="accent2">
              <a:lumMod val="75000"/>
            </a:schemeClr>
          </a:solidFill>
          <a:ln w="0">
            <a:noFill/>
          </a:ln>
        </p:spPr>
        <p:style>
          <a:lnRef idx="0">
            <a:scrgbClr r="0" g="0" b="0"/>
          </a:lnRef>
          <a:fillRef idx="0">
            <a:scrgbClr r="0" g="0" b="0"/>
          </a:fillRef>
          <a:effectRef idx="0">
            <a:scrgbClr r="0" g="0" b="0"/>
          </a:effectRef>
          <a:fontRef idx="minor"/>
        </p:style>
        <p:txBody>
          <a:bodyPr anchor="ctr">
            <a:noAutofit/>
          </a:bodyPr>
          <a:lstStyle/>
          <a:p>
            <a:pPr algn="ctr">
              <a:lnSpc>
                <a:spcPct val="100000"/>
              </a:lnSpc>
            </a:pPr>
            <a:r>
              <a:rPr lang="en-US" sz="1600" b="0" strike="noStrike" cap="small" spc="-1">
                <a:solidFill>
                  <a:srgbClr val="FFFFFF"/>
                </a:solidFill>
                <a:latin typeface="Times New Roman" panose="02020603050405020304"/>
              </a:rPr>
              <a:t>A - XX</a:t>
            </a:r>
            <a:endParaRPr lang="en-IN" sz="1600" b="0" strike="noStrike" spc="-1">
              <a:latin typeface="Arial" panose="020B0604020202020204"/>
            </a:endParaRPr>
          </a:p>
        </p:txBody>
      </p:sp>
    </p:spTree>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 id="2147483674" r:id="rId12"/>
  </p:sldLayoutIdLst>
  <p:txStyles>
    <p:titleStyle/>
    <p:bodyStyle/>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11"/>
          <p:cNvSpPr txBox="1"/>
          <p:nvPr/>
        </p:nvSpPr>
        <p:spPr>
          <a:xfrm>
            <a:off x="7094219" y="1783000"/>
            <a:ext cx="2382924" cy="584534"/>
          </a:xfrm>
          <a:prstGeom prst="rect">
            <a:avLst/>
          </a:prstGeom>
        </p:spPr>
        <p:txBody>
          <a:bodyPr vert="horz" lIns="91440" tIns="45720" rIns="91440" bIns="45720" rtlCol="0">
            <a:normAutofit fontScale="47500" lnSpcReduction="20000"/>
          </a:bodyPr>
          <a:lstStyle>
            <a:lvl1pPr marL="0" indent="0" algn="ctr" defTabSz="914400" rtl="0" eaLnBrk="1" latinLnBrk="0" hangingPunct="1">
              <a:lnSpc>
                <a:spcPct val="90000"/>
              </a:lnSpc>
              <a:spcBef>
                <a:spcPts val="1000"/>
              </a:spcBef>
              <a:buFont typeface="Arial" panose="020B0604020202020204" pitchFamily="34" charset="0"/>
              <a:buNone/>
              <a:defRPr sz="2800" b="1" kern="1200" baseline="0">
                <a:solidFill>
                  <a:schemeClr val="tx1"/>
                </a:solidFill>
                <a:latin typeface="Times New Roman" panose="02020603050405020304" pitchFamily="18" charset="0"/>
                <a:ea typeface="+mn-ea"/>
                <a:cs typeface="Times New Roman" panose="02020603050405020304" pitchFamily="18"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Times New Roman" panose="02020603050405020304" pitchFamily="18" charset="0"/>
                <a:ea typeface="+mn-ea"/>
                <a:cs typeface="Times New Roman" panose="02020603050405020304" pitchFamily="18" charset="0"/>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Times New Roman" panose="02020603050405020304" pitchFamily="18" charset="0"/>
                <a:ea typeface="+mn-ea"/>
                <a:cs typeface="Times New Roman" panose="02020603050405020304" pitchFamily="18" charset="0"/>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ts val="300"/>
              </a:spcBef>
            </a:pPr>
            <a:r>
              <a:rPr lang="en-IN" sz="5400" b="0" dirty="0" smtClean="0">
                <a:effectLst>
                  <a:outerShdw blurRad="38100" dist="38100" dir="2700000" algn="tl">
                    <a:srgbClr val="000000">
                      <a:alpha val="43137"/>
                    </a:srgbClr>
                  </a:outerShdw>
                </a:effectLst>
              </a:rPr>
              <a:t>P.PRATHIBHA</a:t>
            </a:r>
            <a:endParaRPr lang="en-US" sz="5400" b="0" dirty="0">
              <a:effectLst>
                <a:outerShdw blurRad="38100" dist="38100" dir="2700000" algn="tl">
                  <a:srgbClr val="000000">
                    <a:alpha val="43137"/>
                  </a:srgbClr>
                </a:outerShdw>
              </a:effectLst>
            </a:endParaRPr>
          </a:p>
          <a:p>
            <a:pPr>
              <a:spcBef>
                <a:spcPts val="300"/>
              </a:spcBef>
            </a:pPr>
            <a:r>
              <a:rPr lang="en-US" sz="2800" b="0" dirty="0"/>
              <a:t>Roll No. </a:t>
            </a:r>
            <a:r>
              <a:rPr lang="en-US" sz="2800" b="0" dirty="0" smtClean="0"/>
              <a:t>224G1A0575</a:t>
            </a:r>
            <a:endParaRPr lang="en-US" sz="2800" b="0" dirty="0"/>
          </a:p>
        </p:txBody>
      </p:sp>
      <p:sp>
        <p:nvSpPr>
          <p:cNvPr id="6" name="Subtitle 11"/>
          <p:cNvSpPr txBox="1"/>
          <p:nvPr/>
        </p:nvSpPr>
        <p:spPr>
          <a:xfrm>
            <a:off x="3759654" y="2475580"/>
            <a:ext cx="5079546" cy="898049"/>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800" b="1" kern="1200" baseline="0">
                <a:solidFill>
                  <a:schemeClr val="tx1"/>
                </a:solidFill>
                <a:latin typeface="Times New Roman" panose="02020603050405020304" pitchFamily="18" charset="0"/>
                <a:ea typeface="+mn-ea"/>
                <a:cs typeface="Times New Roman" panose="02020603050405020304" pitchFamily="18"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Times New Roman" panose="02020603050405020304" pitchFamily="18" charset="0"/>
                <a:ea typeface="+mn-ea"/>
                <a:cs typeface="Times New Roman" panose="02020603050405020304" pitchFamily="18" charset="0"/>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Times New Roman" panose="02020603050405020304" pitchFamily="18" charset="0"/>
                <a:ea typeface="+mn-ea"/>
                <a:cs typeface="Times New Roman" panose="02020603050405020304" pitchFamily="18" charset="0"/>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ts val="300"/>
              </a:spcBef>
            </a:pPr>
            <a:r>
              <a:rPr lang="en-US" sz="1400" b="0" i="1" dirty="0"/>
              <a:t>Under the guidance of</a:t>
            </a:r>
          </a:p>
          <a:p>
            <a:pPr>
              <a:spcBef>
                <a:spcPts val="200"/>
              </a:spcBef>
            </a:pPr>
            <a:r>
              <a:rPr lang="en-IN" sz="2400" b="0" dirty="0" err="1" smtClean="0">
                <a:effectLst>
                  <a:outerShdw blurRad="38100" dist="38100" dir="2700000" algn="tl">
                    <a:srgbClr val="000000">
                      <a:alpha val="43137"/>
                    </a:srgbClr>
                  </a:outerShdw>
                </a:effectLst>
              </a:rPr>
              <a:t>Mr.</a:t>
            </a:r>
            <a:r>
              <a:rPr lang="en-IN" sz="2400" b="0" dirty="0" smtClean="0">
                <a:effectLst>
                  <a:outerShdw blurRad="38100" dist="38100" dir="2700000" algn="tl">
                    <a:srgbClr val="000000">
                      <a:alpha val="43137"/>
                    </a:srgbClr>
                  </a:outerShdw>
                </a:effectLst>
              </a:rPr>
              <a:t> C. </a:t>
            </a:r>
            <a:r>
              <a:rPr lang="en-IN" sz="2400" b="0" dirty="0" err="1" smtClean="0">
                <a:effectLst>
                  <a:outerShdw blurRad="38100" dist="38100" dir="2700000" algn="tl">
                    <a:srgbClr val="000000">
                      <a:alpha val="43137"/>
                    </a:srgbClr>
                  </a:outerShdw>
                </a:effectLst>
              </a:rPr>
              <a:t>Sudheer</a:t>
            </a:r>
            <a:r>
              <a:rPr lang="en-IN" sz="2400" b="0" dirty="0" smtClean="0">
                <a:effectLst>
                  <a:outerShdw blurRad="38100" dist="38100" dir="2700000" algn="tl">
                    <a:srgbClr val="000000">
                      <a:alpha val="43137"/>
                    </a:srgbClr>
                  </a:outerShdw>
                </a:effectLst>
              </a:rPr>
              <a:t> Kumar, </a:t>
            </a:r>
            <a:r>
              <a:rPr lang="en-IN" sz="2400" b="0" dirty="0" err="1" smtClean="0">
                <a:effectLst>
                  <a:outerShdw blurRad="38100" dist="38100" dir="2700000" algn="tl">
                    <a:srgbClr val="000000">
                      <a:alpha val="43137"/>
                    </a:srgbClr>
                  </a:outerShdw>
                </a:effectLst>
              </a:rPr>
              <a:t>M.Tech</a:t>
            </a:r>
            <a:r>
              <a:rPr lang="en-IN" sz="2400" b="0" dirty="0" smtClean="0">
                <a:effectLst>
                  <a:outerShdw blurRad="38100" dist="38100" dir="2700000" algn="tl">
                    <a:srgbClr val="000000">
                      <a:alpha val="43137"/>
                    </a:srgbClr>
                  </a:outerShdw>
                </a:effectLst>
              </a:rPr>
              <a:t>, (</a:t>
            </a:r>
            <a:r>
              <a:rPr lang="en-IN" sz="2400" b="0" dirty="0" err="1" smtClean="0">
                <a:effectLst>
                  <a:outerShdw blurRad="38100" dist="38100" dir="2700000" algn="tl">
                    <a:srgbClr val="000000">
                      <a:alpha val="43137"/>
                    </a:srgbClr>
                  </a:outerShdw>
                </a:effectLst>
              </a:rPr>
              <a:t>Ph.D</a:t>
            </a:r>
            <a:r>
              <a:rPr lang="en-IN" sz="2400" b="0" dirty="0" smtClean="0">
                <a:effectLst>
                  <a:outerShdw blurRad="38100" dist="38100" dir="2700000" algn="tl">
                    <a:srgbClr val="000000">
                      <a:alpha val="43137"/>
                    </a:srgbClr>
                  </a:outerShdw>
                </a:effectLst>
              </a:rPr>
              <a:t>)  </a:t>
            </a:r>
            <a:endParaRPr lang="en-IN" sz="2400" b="0" dirty="0">
              <a:effectLst>
                <a:outerShdw blurRad="38100" dist="38100" dir="2700000" algn="tl">
                  <a:srgbClr val="000000">
                    <a:alpha val="43137"/>
                  </a:srgbClr>
                </a:outerShdw>
              </a:effectLst>
            </a:endParaRPr>
          </a:p>
          <a:p>
            <a:pPr>
              <a:spcBef>
                <a:spcPts val="200"/>
              </a:spcBef>
            </a:pPr>
            <a:r>
              <a:rPr lang="en-IN" sz="2400" b="0" dirty="0" smtClean="0">
                <a:effectLst>
                  <a:outerShdw blurRad="38100" dist="38100" dir="2700000" algn="tl">
                    <a:srgbClr val="000000">
                      <a:alpha val="43137"/>
                    </a:srgbClr>
                  </a:outerShdw>
                </a:effectLst>
              </a:rPr>
              <a:t>Assistant Professor </a:t>
            </a:r>
            <a:endParaRPr lang="en-IN" sz="1400" b="0" dirty="0"/>
          </a:p>
        </p:txBody>
      </p:sp>
      <p:sp>
        <p:nvSpPr>
          <p:cNvPr id="7" name="Subtitle 11"/>
          <p:cNvSpPr txBox="1"/>
          <p:nvPr/>
        </p:nvSpPr>
        <p:spPr>
          <a:xfrm>
            <a:off x="1514475" y="5162533"/>
            <a:ext cx="9163049" cy="1427181"/>
          </a:xfrm>
          <a:prstGeom prst="rect">
            <a:avLst/>
          </a:prstGeom>
        </p:spPr>
        <p:txBody>
          <a:bodyPr vert="horz" lIns="91440" tIns="45720" rIns="91440" bIns="45720" rtlCol="0">
            <a:normAutofit fontScale="52500" lnSpcReduction="20000"/>
          </a:bodyPr>
          <a:lstStyle>
            <a:lvl1pPr marL="0" indent="0" algn="ctr" defTabSz="914400" rtl="0" eaLnBrk="1" latinLnBrk="0" hangingPunct="1">
              <a:lnSpc>
                <a:spcPct val="90000"/>
              </a:lnSpc>
              <a:spcBef>
                <a:spcPts val="1000"/>
              </a:spcBef>
              <a:buFont typeface="Arial" panose="020B0604020202020204" pitchFamily="34" charset="0"/>
              <a:buNone/>
              <a:defRPr sz="2800" b="1" kern="1200" baseline="0">
                <a:solidFill>
                  <a:schemeClr val="tx1"/>
                </a:solidFill>
                <a:latin typeface="Times New Roman" panose="02020603050405020304" pitchFamily="18" charset="0"/>
                <a:ea typeface="+mn-ea"/>
                <a:cs typeface="Times New Roman" panose="02020603050405020304" pitchFamily="18"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Times New Roman" panose="02020603050405020304" pitchFamily="18" charset="0"/>
                <a:ea typeface="+mn-ea"/>
                <a:cs typeface="Times New Roman" panose="02020603050405020304" pitchFamily="18" charset="0"/>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Times New Roman" panose="02020603050405020304" pitchFamily="18" charset="0"/>
                <a:ea typeface="+mn-ea"/>
                <a:cs typeface="Times New Roman" panose="02020603050405020304" pitchFamily="18" charset="0"/>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ts val="500"/>
              </a:spcBef>
            </a:pPr>
            <a:r>
              <a:rPr lang="en-US" sz="4200" b="0" dirty="0">
                <a:effectLst>
                  <a:outerShdw blurRad="38100" dist="38100" dir="2700000" algn="tl">
                    <a:srgbClr val="000000">
                      <a:alpha val="43137"/>
                    </a:srgbClr>
                  </a:outerShdw>
                </a:effectLst>
              </a:rPr>
              <a:t>Department of Computer Science and Engineering </a:t>
            </a:r>
            <a:r>
              <a:rPr lang="en-US" sz="4200" b="0" dirty="0" smtClean="0">
                <a:effectLst>
                  <a:outerShdw blurRad="38100" dist="38100" dir="2700000" algn="tl">
                    <a:srgbClr val="000000">
                      <a:alpha val="43137"/>
                    </a:srgbClr>
                  </a:outerShdw>
                </a:effectLst>
              </a:rPr>
              <a:t>    </a:t>
            </a:r>
            <a:endParaRPr lang="en-US" sz="4200" b="0" dirty="0">
              <a:effectLst>
                <a:outerShdw blurRad="38100" dist="38100" dir="2700000" algn="tl">
                  <a:srgbClr val="000000">
                    <a:alpha val="43137"/>
                  </a:srgbClr>
                </a:outerShdw>
              </a:effectLst>
            </a:endParaRPr>
          </a:p>
          <a:p>
            <a:pPr>
              <a:spcBef>
                <a:spcPts val="500"/>
              </a:spcBef>
            </a:pPr>
            <a:r>
              <a:rPr lang="en-US" sz="6500" b="0" dirty="0">
                <a:solidFill>
                  <a:srgbClr val="FF0000"/>
                </a:solidFill>
                <a:effectLst>
                  <a:outerShdw blurRad="38100" dist="38100" dir="2700000" algn="tl">
                    <a:srgbClr val="000000">
                      <a:alpha val="43137"/>
                    </a:srgbClr>
                  </a:outerShdw>
                </a:effectLst>
              </a:rPr>
              <a:t>Srinivasa Ramanujan Institute of Technology</a:t>
            </a:r>
          </a:p>
          <a:p>
            <a:pPr>
              <a:spcBef>
                <a:spcPts val="300"/>
              </a:spcBef>
            </a:pPr>
            <a:r>
              <a:rPr lang="en-US" sz="3400" dirty="0">
                <a:effectLst/>
                <a:ea typeface="Times New Roman" panose="02020603050405020304" pitchFamily="18" charset="0"/>
              </a:rPr>
              <a:t>Autonomous</a:t>
            </a:r>
            <a:endParaRPr lang="en-US" sz="3400" b="0" dirty="0"/>
          </a:p>
          <a:p>
            <a:pPr>
              <a:spcBef>
                <a:spcPts val="300"/>
              </a:spcBef>
            </a:pPr>
            <a:r>
              <a:rPr lang="en-US" sz="2300" dirty="0" err="1"/>
              <a:t>Rotarypuram</a:t>
            </a:r>
            <a:r>
              <a:rPr lang="en-US" sz="2300" dirty="0"/>
              <a:t> Village, B K </a:t>
            </a:r>
            <a:r>
              <a:rPr lang="en-US" sz="2300" dirty="0" err="1"/>
              <a:t>Samudram</a:t>
            </a:r>
            <a:r>
              <a:rPr lang="en-US" sz="2300" dirty="0"/>
              <a:t> Mandal, </a:t>
            </a:r>
            <a:r>
              <a:rPr lang="en-US" sz="2300" dirty="0" err="1"/>
              <a:t>Ananthapuramu</a:t>
            </a:r>
            <a:r>
              <a:rPr lang="en-US" sz="2300" dirty="0"/>
              <a:t> – 515701.</a:t>
            </a:r>
          </a:p>
          <a:p>
            <a:pPr>
              <a:spcAft>
                <a:spcPts val="100"/>
              </a:spcAft>
            </a:pPr>
            <a:r>
              <a:rPr lang="en-US" sz="2500" dirty="0" smtClean="0">
                <a:solidFill>
                  <a:schemeClr val="accent1">
                    <a:lumMod val="50000"/>
                  </a:schemeClr>
                </a:solidFill>
              </a:rPr>
              <a:t>2025-2026</a:t>
            </a:r>
            <a:endParaRPr lang="en-US" sz="2500" b="0" dirty="0"/>
          </a:p>
          <a:p>
            <a:endParaRPr lang="en-IN" b="0" dirty="0"/>
          </a:p>
        </p:txBody>
      </p:sp>
      <p:sp>
        <p:nvSpPr>
          <p:cNvPr id="12" name="Subtitle 11"/>
          <p:cNvSpPr txBox="1"/>
          <p:nvPr/>
        </p:nvSpPr>
        <p:spPr>
          <a:xfrm>
            <a:off x="4140839" y="1779533"/>
            <a:ext cx="2382924" cy="584534"/>
          </a:xfrm>
          <a:prstGeom prst="rect">
            <a:avLst/>
          </a:prstGeom>
        </p:spPr>
        <p:txBody>
          <a:bodyPr vert="horz" lIns="91440" tIns="45720" rIns="91440" bIns="45720" rtlCol="0">
            <a:normAutofit fontScale="92500" lnSpcReduction="10000"/>
          </a:bodyPr>
          <a:lstStyle>
            <a:lvl1pPr marL="0" indent="0" algn="ctr" defTabSz="914400" rtl="0" eaLnBrk="1" latinLnBrk="0" hangingPunct="1">
              <a:lnSpc>
                <a:spcPct val="90000"/>
              </a:lnSpc>
              <a:spcBef>
                <a:spcPts val="1000"/>
              </a:spcBef>
              <a:buFont typeface="Arial" panose="020B0604020202020204" pitchFamily="34" charset="0"/>
              <a:buNone/>
              <a:defRPr sz="2800" b="1" kern="1200" baseline="0">
                <a:solidFill>
                  <a:schemeClr val="tx1"/>
                </a:solidFill>
                <a:latin typeface="Times New Roman" panose="02020603050405020304" pitchFamily="18" charset="0"/>
                <a:ea typeface="+mn-ea"/>
                <a:cs typeface="Times New Roman" panose="02020603050405020304" pitchFamily="18"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Times New Roman" panose="02020603050405020304" pitchFamily="18" charset="0"/>
                <a:ea typeface="+mn-ea"/>
                <a:cs typeface="Times New Roman" panose="02020603050405020304" pitchFamily="18" charset="0"/>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Times New Roman" panose="02020603050405020304" pitchFamily="18" charset="0"/>
                <a:ea typeface="+mn-ea"/>
                <a:cs typeface="Times New Roman" panose="02020603050405020304" pitchFamily="18" charset="0"/>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ts val="300"/>
              </a:spcBef>
            </a:pPr>
            <a:r>
              <a:rPr lang="en-IN" sz="2600" b="0" dirty="0" smtClean="0">
                <a:effectLst>
                  <a:outerShdw blurRad="38100" dist="38100" dir="2700000" algn="tl">
                    <a:srgbClr val="000000">
                      <a:alpha val="43137"/>
                    </a:srgbClr>
                  </a:outerShdw>
                </a:effectLst>
              </a:rPr>
              <a:t>M.SUNITHA</a:t>
            </a:r>
            <a:endParaRPr lang="en-US" sz="2600" b="0" dirty="0">
              <a:effectLst>
                <a:outerShdw blurRad="38100" dist="38100" dir="2700000" algn="tl">
                  <a:srgbClr val="000000">
                    <a:alpha val="43137"/>
                  </a:srgbClr>
                </a:outerShdw>
              </a:effectLst>
            </a:endParaRPr>
          </a:p>
          <a:p>
            <a:pPr>
              <a:spcBef>
                <a:spcPts val="300"/>
              </a:spcBef>
            </a:pPr>
            <a:r>
              <a:rPr lang="en-US" sz="1200" b="0" dirty="0"/>
              <a:t>Roll No. </a:t>
            </a:r>
            <a:r>
              <a:rPr lang="en-US" sz="1200" b="0" dirty="0" smtClean="0"/>
              <a:t>224G1A05B0</a:t>
            </a:r>
            <a:endParaRPr lang="en-US" sz="1200" b="0" dirty="0"/>
          </a:p>
        </p:txBody>
      </p:sp>
      <p:sp>
        <p:nvSpPr>
          <p:cNvPr id="13" name="Subtitle 11"/>
          <p:cNvSpPr txBox="1"/>
          <p:nvPr/>
        </p:nvSpPr>
        <p:spPr>
          <a:xfrm>
            <a:off x="8617598" y="1783000"/>
            <a:ext cx="2382924" cy="584534"/>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800" b="1" kern="1200" baseline="0">
                <a:solidFill>
                  <a:schemeClr val="tx1"/>
                </a:solidFill>
                <a:latin typeface="Times New Roman" panose="02020603050405020304" pitchFamily="18" charset="0"/>
                <a:ea typeface="+mn-ea"/>
                <a:cs typeface="Times New Roman" panose="02020603050405020304" pitchFamily="18"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Times New Roman" panose="02020603050405020304" pitchFamily="18" charset="0"/>
                <a:ea typeface="+mn-ea"/>
                <a:cs typeface="Times New Roman" panose="02020603050405020304" pitchFamily="18" charset="0"/>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Times New Roman" panose="02020603050405020304" pitchFamily="18" charset="0"/>
                <a:ea typeface="+mn-ea"/>
                <a:cs typeface="Times New Roman" panose="02020603050405020304" pitchFamily="18" charset="0"/>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ts val="300"/>
              </a:spcBef>
            </a:pPr>
            <a:endParaRPr lang="en-US" sz="2800" b="0" dirty="0"/>
          </a:p>
        </p:txBody>
      </p:sp>
      <p:sp>
        <p:nvSpPr>
          <p:cNvPr id="14" name="Subtitle 11"/>
          <p:cNvSpPr txBox="1"/>
          <p:nvPr/>
        </p:nvSpPr>
        <p:spPr>
          <a:xfrm>
            <a:off x="1489075" y="1783000"/>
            <a:ext cx="2382924" cy="584534"/>
          </a:xfrm>
          <a:prstGeom prst="rect">
            <a:avLst/>
          </a:prstGeom>
        </p:spPr>
        <p:txBody>
          <a:bodyPr vert="horz" lIns="91440" tIns="45720" rIns="91440" bIns="45720" rtlCol="0">
            <a:normAutofit fontScale="92500" lnSpcReduction="10000"/>
          </a:bodyPr>
          <a:lstStyle>
            <a:lvl1pPr marL="0" indent="0" algn="ctr" defTabSz="914400" rtl="0" eaLnBrk="1" latinLnBrk="0" hangingPunct="1">
              <a:lnSpc>
                <a:spcPct val="90000"/>
              </a:lnSpc>
              <a:spcBef>
                <a:spcPts val="1000"/>
              </a:spcBef>
              <a:buFont typeface="Arial" panose="020B0604020202020204" pitchFamily="34" charset="0"/>
              <a:buNone/>
              <a:defRPr sz="2800" b="1" kern="1200" baseline="0">
                <a:solidFill>
                  <a:schemeClr val="tx1"/>
                </a:solidFill>
                <a:latin typeface="Times New Roman" panose="02020603050405020304" pitchFamily="18" charset="0"/>
                <a:ea typeface="+mn-ea"/>
                <a:cs typeface="Times New Roman" panose="02020603050405020304" pitchFamily="18"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Times New Roman" panose="02020603050405020304" pitchFamily="18" charset="0"/>
                <a:ea typeface="+mn-ea"/>
                <a:cs typeface="Times New Roman" panose="02020603050405020304" pitchFamily="18" charset="0"/>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Times New Roman" panose="02020603050405020304" pitchFamily="18" charset="0"/>
                <a:ea typeface="+mn-ea"/>
                <a:cs typeface="Times New Roman" panose="02020603050405020304" pitchFamily="18" charset="0"/>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ts val="300"/>
              </a:spcBef>
            </a:pPr>
            <a:r>
              <a:rPr lang="en-US" sz="2600" b="0" dirty="0" smtClean="0">
                <a:effectLst>
                  <a:outerShdw blurRad="38100" dist="38100" dir="2700000" algn="tl">
                    <a:srgbClr val="000000">
                      <a:alpha val="43137"/>
                    </a:srgbClr>
                  </a:outerShdw>
                </a:effectLst>
              </a:rPr>
              <a:t>R.LIKHITHA</a:t>
            </a:r>
            <a:endParaRPr lang="en-US" sz="2600" b="0" dirty="0">
              <a:effectLst>
                <a:outerShdw blurRad="38100" dist="38100" dir="2700000" algn="tl">
                  <a:srgbClr val="000000">
                    <a:alpha val="43137"/>
                  </a:srgbClr>
                </a:outerShdw>
              </a:effectLst>
            </a:endParaRPr>
          </a:p>
          <a:p>
            <a:pPr>
              <a:spcBef>
                <a:spcPts val="300"/>
              </a:spcBef>
            </a:pPr>
            <a:r>
              <a:rPr lang="en-US" sz="1200" b="0" dirty="0"/>
              <a:t>Roll No. </a:t>
            </a:r>
            <a:r>
              <a:rPr lang="en-US" sz="1200" b="0" dirty="0" smtClean="0"/>
              <a:t>224G1A0541</a:t>
            </a:r>
            <a:endParaRPr lang="en-US" sz="1200" b="0" dirty="0"/>
          </a:p>
        </p:txBody>
      </p:sp>
      <p:sp>
        <p:nvSpPr>
          <p:cNvPr id="17" name="Rectangle: Rounded Corners 16"/>
          <p:cNvSpPr/>
          <p:nvPr/>
        </p:nvSpPr>
        <p:spPr>
          <a:xfrm>
            <a:off x="755009" y="335271"/>
            <a:ext cx="10528183" cy="857864"/>
          </a:xfrm>
          <a:prstGeom prst="roundRect">
            <a:avLst/>
          </a:prstGeom>
          <a:solidFill>
            <a:srgbClr val="FF6600"/>
          </a:solidFill>
        </p:spPr>
        <p:style>
          <a:lnRef idx="0">
            <a:schemeClr val="accent6"/>
          </a:lnRef>
          <a:fillRef idx="3">
            <a:schemeClr val="accent6"/>
          </a:fillRef>
          <a:effectRef idx="3">
            <a:schemeClr val="accent6"/>
          </a:effectRef>
          <a:fontRef idx="minor">
            <a:schemeClr val="lt1"/>
          </a:fontRef>
        </p:style>
        <p:txBody>
          <a:bodyPr rtlCol="0" anchor="ctr"/>
          <a:lstStyle/>
          <a:p>
            <a:pPr algn="ctr"/>
            <a:r>
              <a:rPr lang="en-US" sz="3200" dirty="0" smtClean="0"/>
              <a:t>AI-Powered </a:t>
            </a:r>
            <a:r>
              <a:rPr lang="en-US" sz="3200" dirty="0"/>
              <a:t>Handwritten Answer Sheet Evaluation </a:t>
            </a:r>
            <a:r>
              <a:rPr lang="en-US" sz="3200" dirty="0" smtClean="0"/>
              <a:t>System</a:t>
            </a:r>
            <a:endParaRPr lang="en-IN" sz="32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18" name="Rectangle 17"/>
          <p:cNvSpPr/>
          <p:nvPr/>
        </p:nvSpPr>
        <p:spPr>
          <a:xfrm>
            <a:off x="2714840" y="1261696"/>
            <a:ext cx="6762303" cy="338041"/>
          </a:xfrm>
          <a:prstGeom prst="rect">
            <a:avLst/>
          </a:prstGeom>
        </p:spPr>
        <p:txBody>
          <a:bodyPr wrap="square">
            <a:spAutoFit/>
          </a:bodyPr>
          <a:lstStyle/>
          <a:p>
            <a:pPr algn="ctr">
              <a:lnSpc>
                <a:spcPct val="107000"/>
              </a:lnSpc>
              <a:spcBef>
                <a:spcPts val="500"/>
              </a:spcBef>
              <a:spcAft>
                <a:spcPts val="500"/>
              </a:spcAft>
            </a:pPr>
            <a:r>
              <a:rPr lang="en-IN" sz="1600" i="1" dirty="0">
                <a:solidFill>
                  <a:srgbClr val="000000"/>
                </a:solidFill>
                <a:latin typeface="Times New Roman" panose="02020603050405020304" pitchFamily="18" charset="0"/>
                <a:ea typeface="Calibri" panose="020F0502020204030204" pitchFamily="34" charset="0"/>
              </a:rPr>
              <a:t>by</a:t>
            </a:r>
          </a:p>
        </p:txBody>
      </p:sp>
      <p:pic>
        <p:nvPicPr>
          <p:cNvPr id="5" name="Picture 4"/>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a:xfrm>
            <a:off x="5332301" y="3477046"/>
            <a:ext cx="1527379" cy="1685487"/>
          </a:xfrm>
          <a:prstGeom prst="rect">
            <a:avLst/>
          </a:prstGeom>
        </p:spPr>
      </p:pic>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 name="PlaceHolder 1"/>
          <p:cNvSpPr>
            <a:spLocks noGrp="1"/>
          </p:cNvSpPr>
          <p:nvPr>
            <p:ph type="title"/>
          </p:nvPr>
        </p:nvSpPr>
        <p:spPr>
          <a:xfrm>
            <a:off x="240" y="228600"/>
            <a:ext cx="12191760" cy="714600"/>
          </a:xfrm>
          <a:prstGeom prst="rect">
            <a:avLst/>
          </a:prstGeom>
          <a:solidFill>
            <a:srgbClr val="FF6600"/>
          </a:solidFill>
          <a:ln w="0">
            <a:noFill/>
          </a:ln>
          <a:effectLst>
            <a:outerShdw blurRad="44280" dist="28080" dir="5400000" rotWithShape="0">
              <a:srgbClr val="000000">
                <a:alpha val="32000"/>
              </a:srgbClr>
            </a:outerShdw>
          </a:effectLst>
        </p:spPr>
        <p:txBody>
          <a:bodyPr lIns="90000" tIns="45000" rIns="90000" bIns="45000" anchor="t">
            <a:noAutofit/>
          </a:bodyPr>
          <a:lstStyle/>
          <a:p>
            <a:pPr>
              <a:lnSpc>
                <a:spcPct val="90000"/>
              </a:lnSpc>
            </a:pPr>
            <a:r>
              <a:rPr lang="en-US" sz="4400" b="0" strike="noStrike" spc="-1" dirty="0">
                <a:solidFill>
                  <a:srgbClr val="FFFFFF"/>
                </a:solidFill>
                <a:latin typeface="Times New Roman" panose="02020603050405020304"/>
              </a:rPr>
              <a:t>Contents</a:t>
            </a:r>
            <a:endParaRPr lang="en-US" sz="4400" b="0" strike="noStrike" spc="-1" dirty="0">
              <a:solidFill>
                <a:srgbClr val="000000"/>
              </a:solidFill>
              <a:latin typeface="Calibri" panose="020F0502020204030204"/>
            </a:endParaRPr>
          </a:p>
        </p:txBody>
      </p:sp>
      <p:sp>
        <p:nvSpPr>
          <p:cNvPr id="98" name="PlaceHolder 2"/>
          <p:cNvSpPr>
            <a:spLocks noGrp="1"/>
          </p:cNvSpPr>
          <p:nvPr>
            <p:ph/>
          </p:nvPr>
        </p:nvSpPr>
        <p:spPr>
          <a:xfrm>
            <a:off x="199440" y="1097280"/>
            <a:ext cx="11778840" cy="5394600"/>
          </a:xfrm>
          <a:prstGeom prst="rect">
            <a:avLst/>
          </a:prstGeom>
          <a:noFill/>
          <a:ln w="0">
            <a:noFill/>
          </a:ln>
        </p:spPr>
        <p:txBody>
          <a:bodyPr anchor="t">
            <a:noAutofit/>
          </a:bodyPr>
          <a:lstStyle/>
          <a:p>
            <a:pPr marL="462280" indent="-462280" algn="just">
              <a:lnSpc>
                <a:spcPct val="90000"/>
              </a:lnSpc>
              <a:spcBef>
                <a:spcPts val="1000"/>
              </a:spcBef>
              <a:buSzPct val="100000"/>
              <a:buBlip>
                <a:blip r:embed="rId3"/>
              </a:buBlip>
            </a:pPr>
            <a:r>
              <a:rPr lang="en-US" sz="2800" b="0" strike="noStrike" spc="-1" dirty="0">
                <a:solidFill>
                  <a:srgbClr val="000000"/>
                </a:solidFill>
                <a:latin typeface="Times New Roman" panose="02020603050405020304"/>
              </a:rPr>
              <a:t>Title Justification</a:t>
            </a:r>
          </a:p>
          <a:p>
            <a:pPr marL="462280" indent="-462280" algn="just">
              <a:lnSpc>
                <a:spcPct val="90000"/>
              </a:lnSpc>
              <a:spcBef>
                <a:spcPts val="1000"/>
              </a:spcBef>
              <a:buSzPct val="100000"/>
              <a:buBlip>
                <a:blip r:embed="rId3"/>
              </a:buBlip>
            </a:pPr>
            <a:r>
              <a:rPr lang="en-US" sz="2800" b="0" strike="noStrike" spc="-1" dirty="0">
                <a:solidFill>
                  <a:srgbClr val="000000"/>
                </a:solidFill>
                <a:latin typeface="Times New Roman" panose="02020603050405020304"/>
              </a:rPr>
              <a:t>Abstract</a:t>
            </a:r>
          </a:p>
          <a:p>
            <a:pPr marL="462280" indent="-462280" algn="just">
              <a:lnSpc>
                <a:spcPct val="90000"/>
              </a:lnSpc>
              <a:spcBef>
                <a:spcPts val="1000"/>
              </a:spcBef>
              <a:buSzPct val="100000"/>
              <a:buBlip>
                <a:blip r:embed="rId3"/>
              </a:buBlip>
            </a:pPr>
            <a:r>
              <a:rPr lang="en-US" sz="2800" b="0" strike="noStrike" spc="-1" dirty="0">
                <a:solidFill>
                  <a:srgbClr val="000000"/>
                </a:solidFill>
                <a:latin typeface="Times New Roman" panose="02020603050405020304"/>
              </a:rPr>
              <a:t>Problem statement</a:t>
            </a:r>
          </a:p>
          <a:p>
            <a:pPr marL="462280" indent="-462280" algn="just">
              <a:lnSpc>
                <a:spcPct val="90000"/>
              </a:lnSpc>
              <a:spcBef>
                <a:spcPts val="1000"/>
              </a:spcBef>
              <a:buSzPct val="100000"/>
              <a:buBlip>
                <a:blip r:embed="rId3"/>
              </a:buBlip>
            </a:pPr>
            <a:r>
              <a:rPr lang="en-US" sz="2800" b="0" strike="noStrike" spc="-1" dirty="0">
                <a:solidFill>
                  <a:srgbClr val="000000"/>
                </a:solidFill>
                <a:latin typeface="Times New Roman" panose="02020603050405020304"/>
              </a:rPr>
              <a:t>Objectives of Project</a:t>
            </a:r>
          </a:p>
          <a:p>
            <a:pPr marL="462280" indent="-462280" algn="just">
              <a:lnSpc>
                <a:spcPct val="90000"/>
              </a:lnSpc>
              <a:spcBef>
                <a:spcPts val="1000"/>
              </a:spcBef>
              <a:buSzPct val="100000"/>
              <a:buBlip>
                <a:blip r:embed="rId3"/>
              </a:buBlip>
            </a:pPr>
            <a:r>
              <a:rPr lang="en-US" sz="2800" b="0" strike="noStrike" spc="-1" dirty="0">
                <a:solidFill>
                  <a:srgbClr val="000000"/>
                </a:solidFill>
                <a:latin typeface="Times New Roman" panose="02020603050405020304"/>
              </a:rPr>
              <a:t>Literature survey for objectives</a:t>
            </a:r>
          </a:p>
          <a:p>
            <a:pPr marL="462280" indent="-462280" algn="just">
              <a:lnSpc>
                <a:spcPct val="90000"/>
              </a:lnSpc>
              <a:spcBef>
                <a:spcPts val="1000"/>
              </a:spcBef>
              <a:buSzPct val="100000"/>
              <a:buBlip>
                <a:blip r:embed="rId3"/>
              </a:buBlip>
            </a:pPr>
            <a:r>
              <a:rPr lang="en-US" sz="2800" b="0" strike="noStrike" spc="-1" dirty="0">
                <a:solidFill>
                  <a:srgbClr val="000000"/>
                </a:solidFill>
                <a:latin typeface="Times New Roman" panose="02020603050405020304"/>
              </a:rPr>
              <a:t>Proposed Work -(Methods to be followed for proposed system) </a:t>
            </a:r>
          </a:p>
          <a:p>
            <a:pPr marL="462280" indent="-462280" algn="just">
              <a:lnSpc>
                <a:spcPct val="90000"/>
              </a:lnSpc>
              <a:spcBef>
                <a:spcPts val="1000"/>
              </a:spcBef>
              <a:buSzPct val="100000"/>
              <a:buBlip>
                <a:blip r:embed="rId3"/>
              </a:buBlip>
            </a:pPr>
            <a:r>
              <a:rPr lang="en-US" sz="2800" b="0" strike="noStrike" spc="-1" dirty="0">
                <a:solidFill>
                  <a:srgbClr val="000000"/>
                </a:solidFill>
                <a:latin typeface="Times New Roman" panose="02020603050405020304"/>
              </a:rPr>
              <a:t>References</a:t>
            </a:r>
          </a:p>
          <a:p>
            <a:pPr marL="462280" indent="-462280" algn="just">
              <a:lnSpc>
                <a:spcPct val="90000"/>
              </a:lnSpc>
              <a:spcBef>
                <a:spcPts val="1000"/>
              </a:spcBef>
              <a:buSzPct val="100000"/>
              <a:buBlip>
                <a:blip r:embed="rId3"/>
              </a:buBlip>
            </a:pPr>
            <a:r>
              <a:rPr lang="en-US" sz="2800" b="0" strike="noStrike" spc="-1" dirty="0">
                <a:solidFill>
                  <a:srgbClr val="000000"/>
                </a:solidFill>
                <a:latin typeface="Times New Roman" panose="02020603050405020304"/>
              </a:rPr>
              <a:t>GitHub Link</a:t>
            </a:r>
          </a:p>
          <a:p>
            <a:pPr marL="462280" indent="-462280" algn="just">
              <a:lnSpc>
                <a:spcPct val="90000"/>
              </a:lnSpc>
              <a:spcBef>
                <a:spcPts val="1000"/>
              </a:spcBef>
              <a:buSzPct val="100000"/>
              <a:buBlip>
                <a:blip r:embed="rId3"/>
              </a:buBlip>
            </a:pPr>
            <a:r>
              <a:rPr lang="en-US" sz="2800" b="0" strike="noStrike" spc="-1" dirty="0">
                <a:solidFill>
                  <a:srgbClr val="000000"/>
                </a:solidFill>
                <a:latin typeface="Times New Roman" panose="02020603050405020304"/>
              </a:rPr>
              <a:t>Queries</a:t>
            </a:r>
          </a:p>
          <a:p>
            <a:pPr algn="just">
              <a:lnSpc>
                <a:spcPct val="90000"/>
              </a:lnSpc>
              <a:spcBef>
                <a:spcPts val="1000"/>
              </a:spcBef>
              <a:tabLst>
                <a:tab pos="0" algn="l"/>
              </a:tabLst>
            </a:pPr>
            <a:endParaRPr lang="en-US" sz="2800" b="0" strike="noStrike" spc="-1" dirty="0">
              <a:solidFill>
                <a:srgbClr val="000000"/>
              </a:solidFill>
              <a:latin typeface="Times New Roman" panose="02020603050405020304"/>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 name="PlaceHolder 1"/>
          <p:cNvSpPr>
            <a:spLocks noGrp="1"/>
          </p:cNvSpPr>
          <p:nvPr>
            <p:ph type="title"/>
          </p:nvPr>
        </p:nvSpPr>
        <p:spPr>
          <a:xfrm>
            <a:off x="240" y="228600"/>
            <a:ext cx="12191760" cy="714600"/>
          </a:xfrm>
          <a:prstGeom prst="rect">
            <a:avLst/>
          </a:prstGeom>
          <a:solidFill>
            <a:srgbClr val="FF6600"/>
          </a:solidFill>
          <a:ln w="0">
            <a:noFill/>
          </a:ln>
          <a:effectLst>
            <a:outerShdw blurRad="44280" dist="28080" dir="5400000" rotWithShape="0">
              <a:srgbClr val="000000">
                <a:alpha val="32000"/>
              </a:srgbClr>
            </a:outerShdw>
          </a:effectLst>
        </p:spPr>
        <p:txBody>
          <a:bodyPr lIns="90000" tIns="45000" rIns="90000" bIns="45000" anchor="t">
            <a:noAutofit/>
          </a:bodyPr>
          <a:lstStyle/>
          <a:p>
            <a:pPr>
              <a:lnSpc>
                <a:spcPct val="90000"/>
              </a:lnSpc>
            </a:pPr>
            <a:r>
              <a:rPr lang="en-US" sz="4400" b="0" strike="noStrike" dirty="0">
                <a:solidFill>
                  <a:schemeClr val="bg1"/>
                </a:solidFill>
                <a:latin typeface="Times New Roman" panose="02020603050405020304"/>
                <a:sym typeface="+mn-ea"/>
              </a:rPr>
              <a:t>Title</a:t>
            </a:r>
            <a:r>
              <a:rPr lang="en-US" sz="4400" b="0" strike="noStrike" dirty="0">
                <a:solidFill>
                  <a:srgbClr val="000000"/>
                </a:solidFill>
                <a:latin typeface="Times New Roman" panose="02020603050405020304"/>
                <a:sym typeface="+mn-ea"/>
              </a:rPr>
              <a:t> </a:t>
            </a:r>
            <a:r>
              <a:rPr lang="en-US" sz="4400" b="0" strike="noStrike" dirty="0">
                <a:solidFill>
                  <a:schemeClr val="bg1"/>
                </a:solidFill>
                <a:latin typeface="Times New Roman" panose="02020603050405020304"/>
                <a:sym typeface="+mn-ea"/>
              </a:rPr>
              <a:t>Justification</a:t>
            </a:r>
            <a:endParaRPr lang="en-US" sz="4400" b="0" strike="noStrike" spc="-1" dirty="0">
              <a:solidFill>
                <a:schemeClr val="bg1"/>
              </a:solidFill>
              <a:latin typeface="Calibri" panose="020F0502020204030204"/>
            </a:endParaRPr>
          </a:p>
        </p:txBody>
      </p:sp>
      <p:sp>
        <p:nvSpPr>
          <p:cNvPr id="98" name="PlaceHolder 2"/>
          <p:cNvSpPr>
            <a:spLocks noGrp="1"/>
          </p:cNvSpPr>
          <p:nvPr>
            <p:ph/>
          </p:nvPr>
        </p:nvSpPr>
        <p:spPr>
          <a:xfrm>
            <a:off x="199440" y="1097280"/>
            <a:ext cx="11778840" cy="5394600"/>
          </a:xfrm>
          <a:prstGeom prst="rect">
            <a:avLst/>
          </a:prstGeom>
          <a:noFill/>
          <a:ln w="0">
            <a:noFill/>
          </a:ln>
        </p:spPr>
        <p:txBody>
          <a:bodyPr anchor="t">
            <a:noAutofit/>
          </a:bodyPr>
          <a:lstStyle/>
          <a:p>
            <a:pPr marL="457200" indent="-457200" algn="just">
              <a:lnSpc>
                <a:spcPct val="90000"/>
              </a:lnSpc>
              <a:spcBef>
                <a:spcPts val="1000"/>
              </a:spcBef>
              <a:buFont typeface="Arial" pitchFamily="34" charset="0"/>
              <a:buChar char="•"/>
              <a:tabLst>
                <a:tab pos="0" algn="l"/>
              </a:tabLst>
            </a:pPr>
            <a:endParaRPr lang="en-US" sz="2800" b="0" strike="noStrike" spc="-1" dirty="0" smtClean="0">
              <a:solidFill>
                <a:srgbClr val="000000"/>
              </a:solidFill>
              <a:latin typeface="Times New Roman" panose="02020603050405020304"/>
            </a:endParaRPr>
          </a:p>
          <a:p>
            <a:pPr marL="457200" indent="-457200" algn="just">
              <a:lnSpc>
                <a:spcPct val="90000"/>
              </a:lnSpc>
              <a:spcBef>
                <a:spcPts val="1000"/>
              </a:spcBef>
              <a:buFont typeface="Arial" pitchFamily="34" charset="0"/>
              <a:buChar char="•"/>
              <a:tabLst>
                <a:tab pos="0" algn="l"/>
              </a:tabLst>
            </a:pPr>
            <a:r>
              <a:rPr lang="en-US" sz="2800" b="0" strike="noStrike" spc="-1" dirty="0" smtClean="0">
                <a:solidFill>
                  <a:srgbClr val="000000"/>
                </a:solidFill>
                <a:latin typeface="Times New Roman" panose="02020603050405020304"/>
              </a:rPr>
              <a:t>The title highlights the use of Artificial Intelligence for automated evaluation.</a:t>
            </a:r>
          </a:p>
          <a:p>
            <a:pPr marL="457200" indent="-457200" algn="just">
              <a:lnSpc>
                <a:spcPct val="90000"/>
              </a:lnSpc>
              <a:spcBef>
                <a:spcPts val="1000"/>
              </a:spcBef>
              <a:buFont typeface="Arial" pitchFamily="34" charset="0"/>
              <a:buChar char="•"/>
              <a:tabLst>
                <a:tab pos="0" algn="l"/>
              </a:tabLst>
            </a:pPr>
            <a:r>
              <a:rPr lang="en-US" sz="2800" spc="-1" dirty="0" smtClean="0">
                <a:solidFill>
                  <a:srgbClr val="000000"/>
                </a:solidFill>
                <a:latin typeface="Times New Roman" panose="02020603050405020304"/>
              </a:rPr>
              <a:t>It clearly indicates that handwritten answer sheets are the input.</a:t>
            </a:r>
          </a:p>
          <a:p>
            <a:pPr marL="457200" indent="-457200" algn="just">
              <a:lnSpc>
                <a:spcPct val="90000"/>
              </a:lnSpc>
              <a:spcBef>
                <a:spcPts val="1000"/>
              </a:spcBef>
              <a:buFont typeface="Arial" pitchFamily="34" charset="0"/>
              <a:buChar char="•"/>
              <a:tabLst>
                <a:tab pos="0" algn="l"/>
              </a:tabLst>
            </a:pPr>
            <a:r>
              <a:rPr lang="en-US" sz="2800" spc="-1" dirty="0" smtClean="0">
                <a:solidFill>
                  <a:srgbClr val="000000"/>
                </a:solidFill>
                <a:latin typeface="Times New Roman" panose="02020603050405020304"/>
              </a:rPr>
              <a:t>The term evaluation represents automatic and objective grading.</a:t>
            </a:r>
          </a:p>
          <a:p>
            <a:pPr marL="457200" indent="-457200" algn="just">
              <a:lnSpc>
                <a:spcPct val="90000"/>
              </a:lnSpc>
              <a:spcBef>
                <a:spcPts val="1000"/>
              </a:spcBef>
              <a:buFont typeface="Arial" pitchFamily="34" charset="0"/>
              <a:buChar char="•"/>
              <a:tabLst>
                <a:tab pos="0" algn="l"/>
              </a:tabLst>
            </a:pPr>
            <a:r>
              <a:rPr lang="en-US" sz="2800" spc="-1" dirty="0" smtClean="0">
                <a:solidFill>
                  <a:srgbClr val="000000"/>
                </a:solidFill>
                <a:latin typeface="Times New Roman" panose="02020603050405020304"/>
              </a:rPr>
              <a:t>The title reflects the use of OCR for text extraction.</a:t>
            </a:r>
          </a:p>
          <a:p>
            <a:pPr marL="457200" indent="-457200" algn="just">
              <a:lnSpc>
                <a:spcPct val="90000"/>
              </a:lnSpc>
              <a:spcBef>
                <a:spcPts val="1000"/>
              </a:spcBef>
              <a:buFont typeface="Arial" pitchFamily="34" charset="0"/>
              <a:buChar char="•"/>
              <a:tabLst>
                <a:tab pos="0" algn="l"/>
              </a:tabLst>
            </a:pPr>
            <a:r>
              <a:rPr lang="en-US" sz="2800" spc="-1" dirty="0" smtClean="0">
                <a:solidFill>
                  <a:srgbClr val="000000"/>
                </a:solidFill>
                <a:latin typeface="Times New Roman" panose="02020603050405020304"/>
              </a:rPr>
              <a:t>It emphasizes NLP and Machine Learning for understanding answer meaning.</a:t>
            </a:r>
          </a:p>
          <a:p>
            <a:pPr marL="457200" indent="-457200" algn="just">
              <a:lnSpc>
                <a:spcPct val="90000"/>
              </a:lnSpc>
              <a:spcBef>
                <a:spcPts val="1000"/>
              </a:spcBef>
              <a:buFont typeface="Arial" pitchFamily="34" charset="0"/>
              <a:buChar char="•"/>
              <a:tabLst>
                <a:tab pos="0" algn="l"/>
              </a:tabLst>
            </a:pPr>
            <a:r>
              <a:rPr lang="en-US" sz="2800" spc="-1" dirty="0" smtClean="0">
                <a:solidFill>
                  <a:srgbClr val="000000"/>
                </a:solidFill>
                <a:latin typeface="Times New Roman" panose="02020603050405020304"/>
              </a:rPr>
              <a:t>Overall, the title accurately describes the purpose and functionality of the project.</a:t>
            </a:r>
          </a:p>
          <a:p>
            <a:pPr algn="just">
              <a:lnSpc>
                <a:spcPct val="90000"/>
              </a:lnSpc>
              <a:spcBef>
                <a:spcPts val="1000"/>
              </a:spcBef>
              <a:tabLst>
                <a:tab pos="0" algn="l"/>
              </a:tabLst>
            </a:pPr>
            <a:endParaRPr lang="en-US" sz="2800" spc="-1" dirty="0" smtClean="0">
              <a:solidFill>
                <a:srgbClr val="000000"/>
              </a:solidFill>
              <a:latin typeface="Times New Roman" panose="02020603050405020304"/>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 name="PlaceHolder 1"/>
          <p:cNvSpPr>
            <a:spLocks noGrp="1"/>
          </p:cNvSpPr>
          <p:nvPr>
            <p:ph type="title"/>
          </p:nvPr>
        </p:nvSpPr>
        <p:spPr>
          <a:xfrm>
            <a:off x="0" y="228600"/>
            <a:ext cx="12192000" cy="714600"/>
          </a:xfrm>
          <a:prstGeom prst="rect">
            <a:avLst/>
          </a:prstGeom>
          <a:solidFill>
            <a:srgbClr val="FF6600"/>
          </a:solidFill>
          <a:ln w="0">
            <a:noFill/>
          </a:ln>
          <a:effectLst>
            <a:outerShdw blurRad="44280" dist="28080" dir="5400000" rotWithShape="0">
              <a:srgbClr val="000000">
                <a:alpha val="32000"/>
              </a:srgbClr>
            </a:outerShdw>
          </a:effectLst>
        </p:spPr>
        <p:txBody>
          <a:bodyPr lIns="90000" tIns="45000" rIns="90000" bIns="45000" anchor="t">
            <a:noAutofit/>
          </a:bodyPr>
          <a:lstStyle/>
          <a:p>
            <a:pPr algn="l">
              <a:lnSpc>
                <a:spcPct val="90000"/>
              </a:lnSpc>
              <a:spcBef>
                <a:spcPts val="1000"/>
              </a:spcBef>
            </a:pPr>
            <a:r>
              <a:rPr lang="en-US" sz="4400" b="0" strike="noStrike" spc="-1" dirty="0" smtClean="0">
                <a:solidFill>
                  <a:schemeClr val="bg1"/>
                </a:solidFill>
                <a:latin typeface="Times New Roman" panose="02020603050405020304"/>
              </a:rPr>
              <a:t>Abstract</a:t>
            </a:r>
            <a:endParaRPr lang="en-US" sz="4400" b="0" strike="noStrike" spc="-1" dirty="0">
              <a:solidFill>
                <a:schemeClr val="bg1"/>
              </a:solidFill>
              <a:latin typeface="Calibri" panose="020F0502020204030204"/>
            </a:endParaRPr>
          </a:p>
        </p:txBody>
      </p:sp>
      <p:sp>
        <p:nvSpPr>
          <p:cNvPr id="100" name="PlaceHolder 2"/>
          <p:cNvSpPr>
            <a:spLocks noGrp="1"/>
          </p:cNvSpPr>
          <p:nvPr>
            <p:ph/>
          </p:nvPr>
        </p:nvSpPr>
        <p:spPr>
          <a:xfrm>
            <a:off x="199440" y="1097280"/>
            <a:ext cx="11778840" cy="5394600"/>
          </a:xfrm>
          <a:prstGeom prst="rect">
            <a:avLst/>
          </a:prstGeom>
          <a:noFill/>
          <a:ln w="0">
            <a:noFill/>
          </a:ln>
        </p:spPr>
        <p:txBody>
          <a:bodyPr anchor="t">
            <a:noAutofit/>
          </a:bodyPr>
          <a:lstStyle/>
          <a:p>
            <a:pPr marL="457200" indent="-457200">
              <a:buFont typeface="Arial" pitchFamily="34" charset="0"/>
              <a:buChar char="•"/>
            </a:pPr>
            <a:r>
              <a:rPr lang="en-US" sz="2800" dirty="0" smtClean="0">
                <a:latin typeface="Times New Roman" pitchFamily="18" charset="0"/>
                <a:cs typeface="Times New Roman" pitchFamily="18" charset="0"/>
              </a:rPr>
              <a:t>Rapid growth of digital education and online examinations requires automated evaluation of handwritten answers. </a:t>
            </a:r>
          </a:p>
          <a:p>
            <a:pPr marL="457200" indent="-457200">
              <a:buFont typeface="Arial" pitchFamily="34" charset="0"/>
              <a:buChar char="•"/>
            </a:pPr>
            <a:r>
              <a:rPr lang="en-US" sz="2800" dirty="0" smtClean="0">
                <a:latin typeface="Times New Roman" pitchFamily="18" charset="0"/>
                <a:cs typeface="Times New Roman" pitchFamily="18" charset="0"/>
              </a:rPr>
              <a:t>Manual evaluation is time-consuming, inconsistent, and prone to human bias.</a:t>
            </a:r>
          </a:p>
          <a:p>
            <a:pPr marL="457200" indent="-457200">
              <a:buFont typeface="Arial" pitchFamily="34" charset="0"/>
              <a:buChar char="•"/>
            </a:pPr>
            <a:r>
              <a:rPr lang="en-US" sz="2800" dirty="0" smtClean="0">
                <a:latin typeface="Times New Roman" pitchFamily="18" charset="0"/>
                <a:cs typeface="Times New Roman" pitchFamily="18" charset="0"/>
              </a:rPr>
              <a:t>To develop an AI-powered system for automatic and objective evaluation of handwritten answer sheets.</a:t>
            </a:r>
          </a:p>
          <a:p>
            <a:pPr marL="457200" indent="-457200">
              <a:buFont typeface="Arial" pitchFamily="34" charset="0"/>
              <a:buChar char="•"/>
            </a:pPr>
            <a:r>
              <a:rPr lang="en-US" sz="2800" dirty="0" smtClean="0">
                <a:latin typeface="Times New Roman" pitchFamily="18" charset="0"/>
                <a:cs typeface="Times New Roman" pitchFamily="18" charset="0"/>
              </a:rPr>
              <a:t>Uses OCR for text extraction, NLP for semantic analysis, and Machine Learning for scoring.</a:t>
            </a:r>
          </a:p>
          <a:p>
            <a:pPr marL="457200" indent="-457200">
              <a:buFont typeface="Arial" pitchFamily="34" charset="0"/>
              <a:buChar char="•"/>
            </a:pPr>
            <a:r>
              <a:rPr lang="en-US" sz="2800" dirty="0" smtClean="0">
                <a:latin typeface="Times New Roman" pitchFamily="18" charset="0"/>
                <a:cs typeface="Times New Roman" pitchFamily="18" charset="0"/>
              </a:rPr>
              <a:t>Achieves faster evaluation with consistent and accurate grading.</a:t>
            </a:r>
          </a:p>
          <a:p>
            <a:pPr marL="457200" indent="-457200">
              <a:buFont typeface="Arial" pitchFamily="34" charset="0"/>
              <a:buChar char="•"/>
            </a:pPr>
            <a:r>
              <a:rPr lang="en-US" sz="2800" dirty="0" smtClean="0">
                <a:latin typeface="Times New Roman" pitchFamily="18" charset="0"/>
                <a:cs typeface="Times New Roman" pitchFamily="18" charset="0"/>
              </a:rPr>
              <a:t>The system improves efficiency and supports scalable assessment in modern education systems.</a:t>
            </a:r>
          </a:p>
          <a:p>
            <a:pPr algn="just">
              <a:lnSpc>
                <a:spcPct val="90000"/>
              </a:lnSpc>
              <a:spcBef>
                <a:spcPts val="1000"/>
              </a:spcBef>
            </a:pPr>
            <a:endParaRPr lang="en-US" sz="2800" b="0" strike="noStrike" spc="-1" dirty="0">
              <a:solidFill>
                <a:srgbClr val="000000"/>
              </a:solidFill>
              <a:latin typeface="Times New Roman" panose="02020603050405020304"/>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PlaceHolder 1"/>
          <p:cNvSpPr>
            <a:spLocks noGrp="1"/>
          </p:cNvSpPr>
          <p:nvPr>
            <p:ph type="title"/>
          </p:nvPr>
        </p:nvSpPr>
        <p:spPr>
          <a:xfrm>
            <a:off x="0" y="232920"/>
            <a:ext cx="12191760" cy="714600"/>
          </a:xfrm>
          <a:prstGeom prst="rect">
            <a:avLst/>
          </a:prstGeom>
          <a:solidFill>
            <a:srgbClr val="FF6600"/>
          </a:solidFill>
          <a:ln w="0">
            <a:noFill/>
          </a:ln>
          <a:effectLst>
            <a:outerShdw blurRad="44280" dist="28080" dir="5400000" rotWithShape="0">
              <a:srgbClr val="000000">
                <a:alpha val="32000"/>
              </a:srgbClr>
            </a:outerShdw>
          </a:effectLst>
        </p:spPr>
        <p:txBody>
          <a:bodyPr lIns="90000" tIns="45000" rIns="90000" bIns="45000" anchor="t">
            <a:noAutofit/>
          </a:bodyPr>
          <a:lstStyle/>
          <a:p>
            <a:pPr>
              <a:lnSpc>
                <a:spcPct val="90000"/>
              </a:lnSpc>
            </a:pPr>
            <a:r>
              <a:rPr lang="en-US" sz="4400" b="0" strike="noStrike" spc="-1" dirty="0">
                <a:solidFill>
                  <a:srgbClr val="FFFFFF"/>
                </a:solidFill>
                <a:latin typeface="Times New Roman" panose="02020603050405020304"/>
              </a:rPr>
              <a:t>Problem Statement</a:t>
            </a:r>
            <a:endParaRPr lang="en-US" sz="4400" b="0" strike="noStrike" spc="-1" dirty="0">
              <a:solidFill>
                <a:srgbClr val="000000"/>
              </a:solidFill>
              <a:latin typeface="Calibri" panose="020F0502020204030204"/>
            </a:endParaRPr>
          </a:p>
        </p:txBody>
      </p:sp>
      <p:sp>
        <p:nvSpPr>
          <p:cNvPr id="102" name="PlaceHolder 2"/>
          <p:cNvSpPr>
            <a:spLocks noGrp="1"/>
          </p:cNvSpPr>
          <p:nvPr>
            <p:ph/>
          </p:nvPr>
        </p:nvSpPr>
        <p:spPr>
          <a:xfrm>
            <a:off x="199440" y="1097280"/>
            <a:ext cx="11459520" cy="5075280"/>
          </a:xfrm>
          <a:prstGeom prst="rect">
            <a:avLst/>
          </a:prstGeom>
          <a:noFill/>
          <a:ln w="0">
            <a:noFill/>
          </a:ln>
        </p:spPr>
        <p:txBody>
          <a:bodyPr anchor="t">
            <a:normAutofit/>
          </a:bodyPr>
          <a:lstStyle/>
          <a:p>
            <a:pPr marL="457200" indent="-457200" algn="just">
              <a:lnSpc>
                <a:spcPct val="90000"/>
              </a:lnSpc>
              <a:spcBef>
                <a:spcPts val="1000"/>
              </a:spcBef>
              <a:buClr>
                <a:srgbClr val="000000"/>
              </a:buClr>
              <a:buFont typeface="Wingdings" pitchFamily="2" charset="2"/>
              <a:buChar char="Ø"/>
            </a:pPr>
            <a:endParaRPr lang="en-US" sz="2800" dirty="0" smtClean="0">
              <a:latin typeface="Times New Roman" pitchFamily="18" charset="0"/>
              <a:cs typeface="Times New Roman" pitchFamily="18" charset="0"/>
            </a:endParaRPr>
          </a:p>
          <a:p>
            <a:pPr marL="457200" indent="-457200" algn="just">
              <a:lnSpc>
                <a:spcPct val="90000"/>
              </a:lnSpc>
              <a:spcBef>
                <a:spcPts val="1000"/>
              </a:spcBef>
              <a:buClr>
                <a:srgbClr val="000000"/>
              </a:buClr>
              <a:buFont typeface="Wingdings" pitchFamily="2" charset="2"/>
              <a:buChar char="Ø"/>
            </a:pPr>
            <a:r>
              <a:rPr lang="en-US" sz="2800" dirty="0" smtClean="0">
                <a:latin typeface="Times New Roman" pitchFamily="18" charset="0"/>
                <a:cs typeface="Times New Roman" pitchFamily="18" charset="0"/>
              </a:rPr>
              <a:t>The manual evaluation of handwritten answer sheets is a time-consuming and labor-intensive process that often leads to inconsistency and subjective bias in grading. With the increasing number of students and large-scale examinations, traditional evaluation methods require significant human effort and resources. Additionally, manual assessment lacks scalability and efficiency, making it unsuitable for modern digital and online examination systems. Therefore, there is a need for an automated and intelligent system that can accurately evaluate handwritten answers in a consistent, objective, and efficient manner.</a:t>
            </a:r>
            <a:endParaRPr lang="en-US" sz="2800" b="0" strike="noStrike" spc="-1" dirty="0">
              <a:solidFill>
                <a:srgbClr val="000000"/>
              </a:solidFill>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 name="PlaceHolder 1"/>
          <p:cNvSpPr>
            <a:spLocks noGrp="1"/>
          </p:cNvSpPr>
          <p:nvPr>
            <p:ph type="title"/>
          </p:nvPr>
        </p:nvSpPr>
        <p:spPr>
          <a:xfrm>
            <a:off x="0" y="232920"/>
            <a:ext cx="12191760" cy="714600"/>
          </a:xfrm>
          <a:prstGeom prst="rect">
            <a:avLst/>
          </a:prstGeom>
          <a:solidFill>
            <a:srgbClr val="FF6600"/>
          </a:solidFill>
          <a:ln w="0">
            <a:noFill/>
          </a:ln>
          <a:effectLst>
            <a:outerShdw blurRad="44280" dist="28080" dir="5400000" rotWithShape="0">
              <a:srgbClr val="000000">
                <a:alpha val="32000"/>
              </a:srgbClr>
            </a:outerShdw>
          </a:effectLst>
        </p:spPr>
        <p:txBody>
          <a:bodyPr lIns="90000" tIns="45000" rIns="90000" bIns="45000" anchor="t">
            <a:noAutofit/>
          </a:bodyPr>
          <a:lstStyle/>
          <a:p>
            <a:pPr>
              <a:lnSpc>
                <a:spcPct val="90000"/>
              </a:lnSpc>
            </a:pPr>
            <a:r>
              <a:rPr lang="en-US" sz="4400" b="0" strike="noStrike" spc="-1" dirty="0">
                <a:solidFill>
                  <a:srgbClr val="FFFFFF"/>
                </a:solidFill>
                <a:latin typeface="Times New Roman" panose="02020603050405020304"/>
              </a:rPr>
              <a:t>Objectives of Project</a:t>
            </a:r>
            <a:endParaRPr lang="en-US" sz="4400" b="0" strike="noStrike" spc="-1" dirty="0">
              <a:solidFill>
                <a:srgbClr val="000000"/>
              </a:solidFill>
              <a:latin typeface="Calibri" panose="020F0502020204030204"/>
            </a:endParaRPr>
          </a:p>
        </p:txBody>
      </p:sp>
      <p:sp>
        <p:nvSpPr>
          <p:cNvPr id="104" name="PlaceHolder 2"/>
          <p:cNvSpPr>
            <a:spLocks noGrp="1"/>
          </p:cNvSpPr>
          <p:nvPr>
            <p:ph/>
          </p:nvPr>
        </p:nvSpPr>
        <p:spPr>
          <a:xfrm>
            <a:off x="199440" y="1133280"/>
            <a:ext cx="11778840" cy="5394600"/>
          </a:xfrm>
          <a:prstGeom prst="rect">
            <a:avLst/>
          </a:prstGeom>
          <a:noFill/>
          <a:ln w="0">
            <a:noFill/>
          </a:ln>
        </p:spPr>
        <p:txBody>
          <a:bodyPr anchor="t">
            <a:normAutofit/>
          </a:bodyPr>
          <a:lstStyle/>
          <a:p>
            <a:pPr algn="just">
              <a:lnSpc>
                <a:spcPct val="90000"/>
              </a:lnSpc>
              <a:spcBef>
                <a:spcPts val="1000"/>
              </a:spcBef>
              <a:tabLst>
                <a:tab pos="0" algn="l"/>
              </a:tabLst>
            </a:pPr>
            <a:endParaRPr lang="en-US" sz="2800" b="0" strike="noStrike" spc="-1" dirty="0">
              <a:solidFill>
                <a:srgbClr val="000000"/>
              </a:solidFill>
              <a:latin typeface="Times New Roman" panose="02020603050405020304"/>
            </a:endParaRPr>
          </a:p>
          <a:p>
            <a:r>
              <a:rPr lang="en-US" sz="2800" b="1" dirty="0" smtClean="0">
                <a:latin typeface="Times New Roman" pitchFamily="18" charset="0"/>
                <a:cs typeface="Times New Roman" pitchFamily="18" charset="0"/>
              </a:rPr>
              <a:t>Objective 1:</a:t>
            </a:r>
          </a:p>
          <a:p>
            <a:r>
              <a:rPr lang="en-US" sz="2800" dirty="0" smtClean="0">
                <a:latin typeface="Times New Roman" pitchFamily="18" charset="0"/>
                <a:cs typeface="Times New Roman" pitchFamily="18" charset="0"/>
              </a:rPr>
              <a:t>To analyze the effectiveness of OCR and NLP techniques in extracting and understanding handwritten answers.</a:t>
            </a:r>
          </a:p>
          <a:p>
            <a:endParaRPr lang="en-US" sz="2800" dirty="0" smtClean="0">
              <a:latin typeface="Times New Roman" pitchFamily="18" charset="0"/>
              <a:cs typeface="Times New Roman" pitchFamily="18" charset="0"/>
            </a:endParaRPr>
          </a:p>
          <a:p>
            <a:r>
              <a:rPr lang="en-US" sz="2800" b="1" dirty="0" smtClean="0">
                <a:latin typeface="Times New Roman" pitchFamily="18" charset="0"/>
                <a:cs typeface="Times New Roman" pitchFamily="18" charset="0"/>
              </a:rPr>
              <a:t>Objective 2:</a:t>
            </a:r>
          </a:p>
          <a:p>
            <a:r>
              <a:rPr lang="en-US" sz="2800" dirty="0" smtClean="0">
                <a:latin typeface="Times New Roman" pitchFamily="18" charset="0"/>
                <a:cs typeface="Times New Roman" pitchFamily="18" charset="0"/>
              </a:rPr>
              <a:t>To evaluate the accuracy of machine learning models in scoring handwritten subjective answers based on semantic similarity.</a:t>
            </a:r>
          </a:p>
          <a:p>
            <a:pPr algn="just">
              <a:lnSpc>
                <a:spcPct val="90000"/>
              </a:lnSpc>
              <a:spcBef>
                <a:spcPts val="1000"/>
              </a:spcBef>
              <a:tabLst>
                <a:tab pos="0" algn="l"/>
              </a:tabLst>
            </a:pPr>
            <a:endParaRPr lang="en-US" sz="2800" b="0" strike="noStrike" spc="-1" dirty="0">
              <a:solidFill>
                <a:srgbClr val="000000"/>
              </a:solidFill>
              <a:latin typeface="Times New Roman" panose="02020603050405020304"/>
            </a:endParaRPr>
          </a:p>
          <a:p>
            <a:pPr algn="just">
              <a:lnSpc>
                <a:spcPct val="90000"/>
              </a:lnSpc>
              <a:spcBef>
                <a:spcPts val="1000"/>
              </a:spcBef>
              <a:tabLst>
                <a:tab pos="0" algn="l"/>
              </a:tabLst>
            </a:pPr>
            <a:r>
              <a:rPr lang="en-US" sz="2800" b="0" strike="noStrike" spc="-1" dirty="0">
                <a:solidFill>
                  <a:srgbClr val="000000"/>
                </a:solidFill>
                <a:latin typeface="Times New Roman" panose="02020603050405020304"/>
              </a:rPr>
              <a:t>                                                                                                             </a:t>
            </a:r>
          </a:p>
          <a:p>
            <a:pPr algn="just">
              <a:lnSpc>
                <a:spcPct val="90000"/>
              </a:lnSpc>
              <a:spcBef>
                <a:spcPts val="1000"/>
              </a:spcBef>
              <a:tabLst>
                <a:tab pos="0" algn="l"/>
              </a:tabLst>
            </a:pPr>
            <a:r>
              <a:rPr lang="en-US" sz="2800" b="0" strike="noStrike" spc="-1" dirty="0">
                <a:solidFill>
                  <a:srgbClr val="000000"/>
                </a:solidFill>
                <a:latin typeface="Times New Roman" panose="02020603050405020304"/>
              </a:rPr>
              <a:t>                                                         </a:t>
            </a: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 name="PlaceHolder 1"/>
          <p:cNvSpPr>
            <a:spLocks noGrp="1"/>
          </p:cNvSpPr>
          <p:nvPr>
            <p:ph type="title"/>
          </p:nvPr>
        </p:nvSpPr>
        <p:spPr>
          <a:xfrm>
            <a:off x="0" y="232920"/>
            <a:ext cx="12191760" cy="714600"/>
          </a:xfrm>
          <a:prstGeom prst="rect">
            <a:avLst/>
          </a:prstGeom>
          <a:solidFill>
            <a:srgbClr val="FF6600"/>
          </a:solidFill>
          <a:ln w="0">
            <a:noFill/>
          </a:ln>
          <a:effectLst>
            <a:outerShdw blurRad="44280" dist="28080" dir="5400000" rotWithShape="0">
              <a:srgbClr val="000000">
                <a:alpha val="32000"/>
              </a:srgbClr>
            </a:outerShdw>
          </a:effectLst>
        </p:spPr>
        <p:txBody>
          <a:bodyPr lIns="90000" tIns="45000" rIns="90000" bIns="45000" anchor="t">
            <a:noAutofit/>
          </a:bodyPr>
          <a:lstStyle/>
          <a:p>
            <a:pPr algn="just">
              <a:lnSpc>
                <a:spcPct val="90000"/>
              </a:lnSpc>
              <a:spcBef>
                <a:spcPts val="1000"/>
              </a:spcBef>
            </a:pPr>
            <a:r>
              <a:rPr lang="en-US" sz="4400" b="0" strike="noStrike" spc="-1" dirty="0">
                <a:solidFill>
                  <a:schemeClr val="bg1"/>
                </a:solidFill>
                <a:latin typeface="Times New Roman" panose="02020603050405020304"/>
              </a:rPr>
              <a:t>Literature </a:t>
            </a:r>
            <a:r>
              <a:rPr lang="en-US" sz="4400" b="0" strike="noStrike" spc="-1" dirty="0" smtClean="0">
                <a:solidFill>
                  <a:schemeClr val="bg1"/>
                </a:solidFill>
                <a:latin typeface="Times New Roman" panose="02020603050405020304"/>
              </a:rPr>
              <a:t>survey</a:t>
            </a:r>
            <a:endParaRPr lang="en-US" sz="4400" b="0" strike="noStrike" spc="-1" dirty="0">
              <a:solidFill>
                <a:schemeClr val="bg1"/>
              </a:solidFill>
              <a:latin typeface="Calibri" panose="020F0502020204030204"/>
            </a:endParaRPr>
          </a:p>
        </p:txBody>
      </p:sp>
      <p:sp>
        <p:nvSpPr>
          <p:cNvPr id="106" name="PlaceHolder 2"/>
          <p:cNvSpPr>
            <a:spLocks noGrp="1"/>
          </p:cNvSpPr>
          <p:nvPr>
            <p:ph/>
          </p:nvPr>
        </p:nvSpPr>
        <p:spPr>
          <a:xfrm>
            <a:off x="199440" y="1097280"/>
            <a:ext cx="11778840" cy="5394600"/>
          </a:xfrm>
          <a:prstGeom prst="rect">
            <a:avLst/>
          </a:prstGeom>
          <a:noFill/>
          <a:ln w="0">
            <a:noFill/>
          </a:ln>
        </p:spPr>
        <p:txBody>
          <a:bodyPr anchor="t">
            <a:normAutofit/>
          </a:bodyPr>
          <a:lstStyle/>
          <a:p>
            <a:r>
              <a:rPr lang="en-US" sz="2800" b="1" dirty="0" smtClean="0">
                <a:latin typeface="Times New Roman" pitchFamily="18" charset="0"/>
                <a:cs typeface="Times New Roman" pitchFamily="18" charset="0"/>
              </a:rPr>
              <a:t>1.OCR &amp; NLP:</a:t>
            </a:r>
            <a:r>
              <a:rPr lang="en-US" sz="2800" dirty="0" smtClean="0">
                <a:latin typeface="Times New Roman" pitchFamily="18" charset="0"/>
                <a:cs typeface="Times New Roman" pitchFamily="18" charset="0"/>
              </a:rPr>
              <a:t> Converts handwritten text to digital form; NLP analyzes meaning.</a:t>
            </a:r>
          </a:p>
          <a:p>
            <a:r>
              <a:rPr lang="en-US" sz="2800" b="1" dirty="0" smtClean="0">
                <a:latin typeface="Times New Roman" pitchFamily="18" charset="0"/>
                <a:cs typeface="Times New Roman" pitchFamily="18" charset="0"/>
              </a:rPr>
              <a:t>Key Studies:</a:t>
            </a:r>
            <a:endParaRPr lang="en-US" sz="2800" dirty="0" smtClean="0">
              <a:latin typeface="Times New Roman" pitchFamily="18" charset="0"/>
              <a:cs typeface="Times New Roman" pitchFamily="18" charset="0"/>
            </a:endParaRPr>
          </a:p>
          <a:p>
            <a:r>
              <a:rPr lang="en-US" sz="2800" dirty="0" smtClean="0">
                <a:latin typeface="Times New Roman" pitchFamily="18" charset="0"/>
                <a:cs typeface="Times New Roman" pitchFamily="18" charset="0"/>
              </a:rPr>
              <a:t>R. Smith (2007) – </a:t>
            </a:r>
            <a:r>
              <a:rPr lang="en-US" sz="2800" dirty="0" err="1" smtClean="0">
                <a:latin typeface="Times New Roman" pitchFamily="18" charset="0"/>
                <a:cs typeface="Times New Roman" pitchFamily="18" charset="0"/>
              </a:rPr>
              <a:t>Tesseract</a:t>
            </a:r>
            <a:r>
              <a:rPr lang="en-US" sz="2800" dirty="0" smtClean="0">
                <a:latin typeface="Times New Roman" pitchFamily="18" charset="0"/>
                <a:cs typeface="Times New Roman" pitchFamily="18" charset="0"/>
              </a:rPr>
              <a:t> OCR for text recognition.</a:t>
            </a:r>
          </a:p>
          <a:p>
            <a:r>
              <a:rPr lang="en-US" sz="2800" dirty="0" smtClean="0">
                <a:latin typeface="Times New Roman" pitchFamily="18" charset="0"/>
                <a:cs typeface="Times New Roman" pitchFamily="18" charset="0"/>
              </a:rPr>
              <a:t>M. </a:t>
            </a:r>
            <a:r>
              <a:rPr lang="en-US" sz="2800" dirty="0" err="1" smtClean="0">
                <a:latin typeface="Times New Roman" pitchFamily="18" charset="0"/>
                <a:cs typeface="Times New Roman" pitchFamily="18" charset="0"/>
              </a:rPr>
              <a:t>Kaur</a:t>
            </a:r>
            <a:r>
              <a:rPr lang="en-US" sz="2800" dirty="0" smtClean="0">
                <a:latin typeface="Times New Roman" pitchFamily="18" charset="0"/>
                <a:cs typeface="Times New Roman" pitchFamily="18" charset="0"/>
              </a:rPr>
              <a:t> et al. (2021) – OCR + NLP for answer extraction.</a:t>
            </a:r>
          </a:p>
          <a:p>
            <a:endParaRPr lang="en-US" sz="2800" dirty="0" smtClean="0">
              <a:latin typeface="Times New Roman" pitchFamily="18" charset="0"/>
              <a:cs typeface="Times New Roman" pitchFamily="18" charset="0"/>
            </a:endParaRPr>
          </a:p>
          <a:p>
            <a:r>
              <a:rPr lang="en-US" sz="2800" b="1" dirty="0" smtClean="0">
                <a:latin typeface="Times New Roman" pitchFamily="18" charset="0"/>
                <a:cs typeface="Times New Roman" pitchFamily="18" charset="0"/>
              </a:rPr>
              <a:t>2.Machine Learning Scoring:</a:t>
            </a:r>
            <a:r>
              <a:rPr lang="en-US" sz="2800" dirty="0" smtClean="0">
                <a:latin typeface="Times New Roman" pitchFamily="18" charset="0"/>
                <a:cs typeface="Times New Roman" pitchFamily="18" charset="0"/>
              </a:rPr>
              <a:t> Uses ML &amp; Transformers to evaluate semantic similarity.</a:t>
            </a:r>
          </a:p>
          <a:p>
            <a:r>
              <a:rPr lang="en-US" sz="2800" b="1" dirty="0" smtClean="0">
                <a:latin typeface="Times New Roman" pitchFamily="18" charset="0"/>
                <a:cs typeface="Times New Roman" pitchFamily="18" charset="0"/>
              </a:rPr>
              <a:t>Key Studies:</a:t>
            </a:r>
            <a:endParaRPr lang="en-US" sz="2800" dirty="0" smtClean="0">
              <a:latin typeface="Times New Roman" pitchFamily="18" charset="0"/>
              <a:cs typeface="Times New Roman" pitchFamily="18" charset="0"/>
            </a:endParaRPr>
          </a:p>
          <a:p>
            <a:r>
              <a:rPr lang="en-US" sz="2800" dirty="0" smtClean="0">
                <a:latin typeface="Times New Roman" pitchFamily="18" charset="0"/>
                <a:cs typeface="Times New Roman" pitchFamily="18" charset="0"/>
              </a:rPr>
              <a:t>T. Sharma et al. (2020) – Semantic similarity for scoring.</a:t>
            </a:r>
          </a:p>
          <a:p>
            <a:r>
              <a:rPr lang="en-US" sz="2800" dirty="0" smtClean="0">
                <a:latin typeface="Times New Roman" pitchFamily="18" charset="0"/>
                <a:cs typeface="Times New Roman" pitchFamily="18" charset="0"/>
              </a:rPr>
              <a:t>K. Singh &amp; R. </a:t>
            </a:r>
            <a:r>
              <a:rPr lang="en-US" sz="2800" dirty="0" err="1" smtClean="0">
                <a:latin typeface="Times New Roman" pitchFamily="18" charset="0"/>
                <a:cs typeface="Times New Roman" pitchFamily="18" charset="0"/>
              </a:rPr>
              <a:t>Verma</a:t>
            </a:r>
            <a:r>
              <a:rPr lang="en-US" sz="2800" dirty="0" smtClean="0">
                <a:latin typeface="Times New Roman" pitchFamily="18" charset="0"/>
                <a:cs typeface="Times New Roman" pitchFamily="18" charset="0"/>
              </a:rPr>
              <a:t> (2021) – Transformer-based scoring improves accuracy.</a:t>
            </a:r>
          </a:p>
          <a:p>
            <a:pPr algn="just">
              <a:lnSpc>
                <a:spcPct val="90000"/>
              </a:lnSpc>
              <a:spcBef>
                <a:spcPts val="1000"/>
              </a:spcBef>
              <a:buClr>
                <a:srgbClr val="000000"/>
              </a:buClr>
            </a:pPr>
            <a:r>
              <a:rPr lang="en-US" sz="2800" b="0" strike="noStrike" spc="-1" dirty="0" smtClean="0">
                <a:solidFill>
                  <a:srgbClr val="000000"/>
                </a:solidFill>
                <a:latin typeface="Times New Roman" pitchFamily="18" charset="0"/>
                <a:cs typeface="Times New Roman" pitchFamily="18" charset="0"/>
              </a:rPr>
              <a:t>                                                                                                                                                                          </a:t>
            </a:r>
            <a:endParaRPr lang="en-US" sz="2800" b="0" strike="noStrike" spc="-1" dirty="0">
              <a:solidFill>
                <a:srgbClr val="000000"/>
              </a:solidFill>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 name="PlaceHolder 1"/>
          <p:cNvSpPr>
            <a:spLocks noGrp="1"/>
          </p:cNvSpPr>
          <p:nvPr>
            <p:ph/>
          </p:nvPr>
        </p:nvSpPr>
        <p:spPr>
          <a:xfrm>
            <a:off x="199440" y="1025280"/>
            <a:ext cx="11288520" cy="5134320"/>
          </a:xfrm>
          <a:prstGeom prst="rect">
            <a:avLst/>
          </a:prstGeom>
          <a:solidFill>
            <a:srgbClr val="FFFFFF"/>
          </a:solidFill>
          <a:ln w="12600">
            <a:solidFill>
              <a:srgbClr val="FFFFFF"/>
            </a:solidFill>
            <a:miter/>
          </a:ln>
        </p:spPr>
        <p:txBody>
          <a:bodyPr anchor="t">
            <a:normAutofit lnSpcReduction="10000"/>
          </a:bodyPr>
          <a:lstStyle/>
          <a:p>
            <a:pPr marL="457200" indent="-457200" algn="just">
              <a:lnSpc>
                <a:spcPct val="90000"/>
              </a:lnSpc>
              <a:spcBef>
                <a:spcPts val="1000"/>
              </a:spcBef>
              <a:buClr>
                <a:srgbClr val="000000"/>
              </a:buClr>
              <a:buFont typeface="Wingdings" pitchFamily="2" charset="2"/>
              <a:buChar char="Ø"/>
            </a:pPr>
            <a:endParaRPr lang="en-US" sz="2800" dirty="0" smtClean="0">
              <a:latin typeface="Times New Roman" pitchFamily="18" charset="0"/>
              <a:cs typeface="Times New Roman" pitchFamily="18" charset="0"/>
            </a:endParaRPr>
          </a:p>
          <a:p>
            <a:pPr marL="457200" indent="-457200" algn="just">
              <a:lnSpc>
                <a:spcPct val="90000"/>
              </a:lnSpc>
              <a:spcBef>
                <a:spcPts val="1000"/>
              </a:spcBef>
              <a:buClr>
                <a:srgbClr val="000000"/>
              </a:buClr>
              <a:buFont typeface="Wingdings" pitchFamily="2" charset="2"/>
              <a:buChar char="Ø"/>
            </a:pPr>
            <a:r>
              <a:rPr lang="en-US" sz="2800" dirty="0" smtClean="0">
                <a:latin typeface="Times New Roman" pitchFamily="18" charset="0"/>
                <a:cs typeface="Times New Roman" pitchFamily="18" charset="0"/>
              </a:rPr>
              <a:t>The proposed solution is an AI-powered automated system designed to evaluate handwritten answer sheets accurately and efficiently. The system accepts scanned handwritten answer scripts as input and applies image preprocessing techniques to enhance text quality. Optical Character Recognition (OCR) is used to convert handwritten content into machine-readable text. Natural Language Processing (NLP) techniques are then applied to preprocess and analyze the extracted text. The student answers are compared with predefined model answers using semantic similarity measures. Based on this analysis, a machine learning model assigns appropriate marks, enabling objective and consistent evaluation. This automated approach reduces manual effort, ensures uniform grading, and improves scalability for large-scale examinations.</a:t>
            </a:r>
            <a:endParaRPr lang="en-US" sz="2800" b="0" strike="noStrike" spc="-1" dirty="0">
              <a:solidFill>
                <a:srgbClr val="000000"/>
              </a:solidFill>
              <a:latin typeface="Times New Roman" pitchFamily="18" charset="0"/>
              <a:cs typeface="Times New Roman" pitchFamily="18" charset="0"/>
            </a:endParaRPr>
          </a:p>
        </p:txBody>
      </p:sp>
      <p:sp>
        <p:nvSpPr>
          <p:cNvPr id="110" name="PlaceHolder 2"/>
          <p:cNvSpPr>
            <a:spLocks noGrp="1"/>
          </p:cNvSpPr>
          <p:nvPr>
            <p:ph type="title"/>
          </p:nvPr>
        </p:nvSpPr>
        <p:spPr>
          <a:xfrm>
            <a:off x="0" y="232920"/>
            <a:ext cx="12191760" cy="714600"/>
          </a:xfrm>
          <a:prstGeom prst="rect">
            <a:avLst/>
          </a:prstGeom>
          <a:solidFill>
            <a:srgbClr val="FF6600"/>
          </a:solidFill>
          <a:ln w="0">
            <a:noFill/>
          </a:ln>
          <a:effectLst>
            <a:outerShdw blurRad="44280" dist="28080" dir="5400000" rotWithShape="0">
              <a:srgbClr val="000000">
                <a:alpha val="32000"/>
              </a:srgbClr>
            </a:outerShdw>
          </a:effectLst>
        </p:spPr>
        <p:txBody>
          <a:bodyPr lIns="90000" tIns="45000" rIns="90000" bIns="45000" anchor="t">
            <a:noAutofit/>
          </a:bodyPr>
          <a:lstStyle/>
          <a:p>
            <a:pPr>
              <a:lnSpc>
                <a:spcPct val="90000"/>
              </a:lnSpc>
            </a:pPr>
            <a:r>
              <a:rPr lang="en-US" sz="4400" b="0" strike="noStrike" spc="-1" dirty="0">
                <a:solidFill>
                  <a:srgbClr val="FFFFFF"/>
                </a:solidFill>
                <a:latin typeface="Times New Roman" panose="02020603050405020304"/>
              </a:rPr>
              <a:t>Proposed System</a:t>
            </a:r>
            <a:endParaRPr lang="en-US" sz="4400" b="0" strike="noStrike" spc="-1" dirty="0">
              <a:solidFill>
                <a:srgbClr val="000000"/>
              </a:solidFill>
              <a:latin typeface="Calibri" panose="020F0502020204030204"/>
            </a:endParaRP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 name="PlaceHolder 1"/>
          <p:cNvSpPr>
            <a:spLocks noGrp="1"/>
          </p:cNvSpPr>
          <p:nvPr>
            <p:ph type="title"/>
          </p:nvPr>
        </p:nvSpPr>
        <p:spPr>
          <a:xfrm>
            <a:off x="0" y="232920"/>
            <a:ext cx="12191760" cy="714600"/>
          </a:xfrm>
          <a:prstGeom prst="rect">
            <a:avLst/>
          </a:prstGeom>
          <a:solidFill>
            <a:srgbClr val="FF6600"/>
          </a:solidFill>
          <a:ln w="0">
            <a:noFill/>
          </a:ln>
          <a:effectLst>
            <a:outerShdw blurRad="44280" dist="28080" dir="5400000" rotWithShape="0">
              <a:srgbClr val="000000">
                <a:alpha val="32000"/>
              </a:srgbClr>
            </a:outerShdw>
          </a:effectLst>
        </p:spPr>
        <p:txBody>
          <a:bodyPr lIns="90000" tIns="45000" rIns="90000" bIns="45000" anchor="t">
            <a:noAutofit/>
          </a:bodyPr>
          <a:lstStyle/>
          <a:p>
            <a:pPr>
              <a:lnSpc>
                <a:spcPct val="90000"/>
              </a:lnSpc>
            </a:pPr>
            <a:r>
              <a:rPr lang="en-IN" sz="4400" b="0" strike="noStrike" spc="-1" dirty="0">
                <a:solidFill>
                  <a:srgbClr val="FFFFFF"/>
                </a:solidFill>
                <a:latin typeface="Times New Roman" panose="02020603050405020304"/>
              </a:rPr>
              <a:t> Reference</a:t>
            </a:r>
            <a:r>
              <a:rPr lang="en-US" sz="4400" b="0" strike="noStrike" spc="-1" dirty="0">
                <a:solidFill>
                  <a:srgbClr val="FFFFFF"/>
                </a:solidFill>
                <a:latin typeface="Times New Roman" panose="02020603050405020304"/>
              </a:rPr>
              <a:t>s</a:t>
            </a:r>
            <a:endParaRPr lang="en-US" sz="4400" b="0" strike="noStrike" spc="-1" dirty="0">
              <a:solidFill>
                <a:srgbClr val="000000"/>
              </a:solidFill>
              <a:latin typeface="Calibri" panose="020F0502020204030204"/>
            </a:endParaRPr>
          </a:p>
        </p:txBody>
      </p:sp>
      <p:sp>
        <p:nvSpPr>
          <p:cNvPr id="112" name="PlaceHolder 2"/>
          <p:cNvSpPr>
            <a:spLocks noGrp="1"/>
          </p:cNvSpPr>
          <p:nvPr>
            <p:ph/>
          </p:nvPr>
        </p:nvSpPr>
        <p:spPr>
          <a:xfrm>
            <a:off x="199440" y="1097280"/>
            <a:ext cx="11778840" cy="5394600"/>
          </a:xfrm>
          <a:prstGeom prst="rect">
            <a:avLst/>
          </a:prstGeom>
          <a:noFill/>
          <a:ln w="0">
            <a:noFill/>
          </a:ln>
        </p:spPr>
        <p:txBody>
          <a:bodyPr anchor="t">
            <a:noAutofit/>
          </a:bodyPr>
          <a:lstStyle/>
          <a:p>
            <a:r>
              <a:rPr lang="en-US" sz="2800" b="1" dirty="0" smtClean="0">
                <a:latin typeface="Times New Roman" pitchFamily="18" charset="0"/>
                <a:cs typeface="Times New Roman" pitchFamily="18" charset="0"/>
              </a:rPr>
              <a:t>[1]</a:t>
            </a:r>
            <a:r>
              <a:rPr lang="en-US" sz="2800" dirty="0" smtClean="0">
                <a:latin typeface="Times New Roman" pitchFamily="18" charset="0"/>
                <a:cs typeface="Times New Roman" pitchFamily="18" charset="0"/>
              </a:rPr>
              <a:t> R. M. </a:t>
            </a:r>
            <a:r>
              <a:rPr lang="en-US" sz="2800" dirty="0" err="1" smtClean="0">
                <a:latin typeface="Times New Roman" pitchFamily="18" charset="0"/>
                <a:cs typeface="Times New Roman" pitchFamily="18" charset="0"/>
              </a:rPr>
              <a:t>Byalal</a:t>
            </a:r>
            <a:r>
              <a:rPr lang="en-US" sz="2800" dirty="0" smtClean="0">
                <a:latin typeface="Times New Roman" pitchFamily="18" charset="0"/>
                <a:cs typeface="Times New Roman" pitchFamily="18" charset="0"/>
              </a:rPr>
              <a:t>, S. K. </a:t>
            </a:r>
            <a:r>
              <a:rPr lang="en-US" sz="2800" dirty="0" err="1" smtClean="0">
                <a:latin typeface="Times New Roman" pitchFamily="18" charset="0"/>
                <a:cs typeface="Times New Roman" pitchFamily="18" charset="0"/>
              </a:rPr>
              <a:t>Patil</a:t>
            </a:r>
            <a:r>
              <a:rPr lang="en-US" sz="2800" dirty="0" smtClean="0">
                <a:latin typeface="Times New Roman" pitchFamily="18" charset="0"/>
                <a:cs typeface="Times New Roman" pitchFamily="18" charset="0"/>
              </a:rPr>
              <a:t>, “AI-Driven Automated Answer Script Evaluation System: A Literature Review,” Int. J. Sci. </a:t>
            </a:r>
            <a:r>
              <a:rPr lang="en-US" sz="2800" dirty="0" err="1" smtClean="0">
                <a:latin typeface="Times New Roman" pitchFamily="18" charset="0"/>
                <a:cs typeface="Times New Roman" pitchFamily="18" charset="0"/>
              </a:rPr>
              <a:t>Innov</a:t>
            </a:r>
            <a:r>
              <a:rPr lang="en-US" sz="2800" dirty="0" smtClean="0">
                <a:latin typeface="Times New Roman" pitchFamily="18" charset="0"/>
                <a:cs typeface="Times New Roman" pitchFamily="18" charset="0"/>
              </a:rPr>
              <a:t>. Eng., vol. 2, no. 11, pp. 1198–1201, Nov. 2025.</a:t>
            </a:r>
          </a:p>
          <a:p>
            <a:r>
              <a:rPr lang="en-US" sz="2800" b="1" dirty="0" smtClean="0">
                <a:latin typeface="Times New Roman" pitchFamily="18" charset="0"/>
                <a:cs typeface="Times New Roman" pitchFamily="18" charset="0"/>
              </a:rPr>
              <a:t>[2]</a:t>
            </a:r>
            <a:r>
              <a:rPr lang="en-US" sz="2800" dirty="0" smtClean="0">
                <a:latin typeface="Times New Roman" pitchFamily="18" charset="0"/>
                <a:cs typeface="Times New Roman" pitchFamily="18" charset="0"/>
              </a:rPr>
              <a:t> S. </a:t>
            </a:r>
            <a:r>
              <a:rPr lang="en-US" sz="2800" dirty="0" err="1" smtClean="0">
                <a:latin typeface="Times New Roman" pitchFamily="18" charset="0"/>
                <a:cs typeface="Times New Roman" pitchFamily="18" charset="0"/>
              </a:rPr>
              <a:t>Karmalkar</a:t>
            </a:r>
            <a:r>
              <a:rPr lang="en-US" sz="2800" dirty="0" smtClean="0">
                <a:latin typeface="Times New Roman" pitchFamily="18" charset="0"/>
                <a:cs typeface="Times New Roman" pitchFamily="18" charset="0"/>
              </a:rPr>
              <a:t>, P. Sharma, “</a:t>
            </a:r>
            <a:r>
              <a:rPr lang="en-US" sz="2800" dirty="0" err="1" smtClean="0">
                <a:latin typeface="Times New Roman" pitchFamily="18" charset="0"/>
                <a:cs typeface="Times New Roman" pitchFamily="18" charset="0"/>
              </a:rPr>
              <a:t>Autograder</a:t>
            </a:r>
            <a:r>
              <a:rPr lang="en-US" sz="2800" dirty="0" smtClean="0">
                <a:latin typeface="Times New Roman" pitchFamily="18" charset="0"/>
                <a:cs typeface="Times New Roman" pitchFamily="18" charset="0"/>
              </a:rPr>
              <a:t>: Automated Handwritten Subjective Answer Evaluation System,” Int. J. Adv. Res. </a:t>
            </a:r>
            <a:r>
              <a:rPr lang="en-US" sz="2800" dirty="0" err="1" smtClean="0">
                <a:latin typeface="Times New Roman" pitchFamily="18" charset="0"/>
                <a:cs typeface="Times New Roman" pitchFamily="18" charset="0"/>
              </a:rPr>
              <a:t>Comput</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Commun</a:t>
            </a:r>
            <a:r>
              <a:rPr lang="en-US" sz="2800" dirty="0" smtClean="0">
                <a:latin typeface="Times New Roman" pitchFamily="18" charset="0"/>
                <a:cs typeface="Times New Roman" pitchFamily="18" charset="0"/>
              </a:rPr>
              <a:t>. Eng., vol. 9, no. 10, pp. 23–27, Oct. 2025.</a:t>
            </a:r>
          </a:p>
          <a:p>
            <a:r>
              <a:rPr lang="en-US" sz="2800" b="1" dirty="0" smtClean="0">
                <a:latin typeface="Times New Roman" pitchFamily="18" charset="0"/>
                <a:cs typeface="Times New Roman" pitchFamily="18" charset="0"/>
              </a:rPr>
              <a:t>[3]</a:t>
            </a:r>
            <a:r>
              <a:rPr lang="en-US" sz="2800" dirty="0" smtClean="0">
                <a:latin typeface="Times New Roman" pitchFamily="18" charset="0"/>
                <a:cs typeface="Times New Roman" pitchFamily="18" charset="0"/>
              </a:rPr>
              <a:t> M. A. </a:t>
            </a:r>
            <a:r>
              <a:rPr lang="en-US" sz="2800" dirty="0" err="1" smtClean="0">
                <a:latin typeface="Times New Roman" pitchFamily="18" charset="0"/>
                <a:cs typeface="Times New Roman" pitchFamily="18" charset="0"/>
              </a:rPr>
              <a:t>Rahaman</a:t>
            </a:r>
            <a:r>
              <a:rPr lang="en-US" sz="2800" dirty="0" smtClean="0">
                <a:latin typeface="Times New Roman" pitchFamily="18" charset="0"/>
                <a:cs typeface="Times New Roman" pitchFamily="18" charset="0"/>
              </a:rPr>
              <a:t>, H. Mahmud, “Automated Evaluation of Handwritten Answer Script Using Deep Learning Approach,” Trans. Eng. </a:t>
            </a:r>
            <a:r>
              <a:rPr lang="en-US" sz="2800" dirty="0" err="1" smtClean="0">
                <a:latin typeface="Times New Roman" pitchFamily="18" charset="0"/>
                <a:cs typeface="Times New Roman" pitchFamily="18" charset="0"/>
              </a:rPr>
              <a:t>Comput</a:t>
            </a:r>
            <a:r>
              <a:rPr lang="en-US" sz="2800" dirty="0" smtClean="0">
                <a:latin typeface="Times New Roman" pitchFamily="18" charset="0"/>
                <a:cs typeface="Times New Roman" pitchFamily="18" charset="0"/>
              </a:rPr>
              <a:t>. Sci., vol. 28, no. 4, pp. 1–8, 2022.</a:t>
            </a:r>
          </a:p>
          <a:p>
            <a:r>
              <a:rPr lang="en-US" sz="2800" b="1" dirty="0" smtClean="0">
                <a:latin typeface="Times New Roman" pitchFamily="18" charset="0"/>
                <a:cs typeface="Times New Roman" pitchFamily="18" charset="0"/>
              </a:rPr>
              <a:t>[4]</a:t>
            </a:r>
            <a:r>
              <a:rPr lang="en-US" sz="2800" dirty="0" smtClean="0">
                <a:latin typeface="Times New Roman" pitchFamily="18" charset="0"/>
                <a:cs typeface="Times New Roman" pitchFamily="18" charset="0"/>
              </a:rPr>
              <a:t> S. </a:t>
            </a:r>
            <a:r>
              <a:rPr lang="en-US" sz="2800" dirty="0" err="1" smtClean="0">
                <a:latin typeface="Times New Roman" pitchFamily="18" charset="0"/>
                <a:cs typeface="Times New Roman" pitchFamily="18" charset="0"/>
              </a:rPr>
              <a:t>Dyavanapally</a:t>
            </a:r>
            <a:r>
              <a:rPr lang="en-US" sz="2800" dirty="0" smtClean="0">
                <a:latin typeface="Times New Roman" pitchFamily="18" charset="0"/>
                <a:cs typeface="Times New Roman" pitchFamily="18" charset="0"/>
              </a:rPr>
              <a:t>, G. </a:t>
            </a:r>
            <a:r>
              <a:rPr lang="en-US" sz="2800" dirty="0" err="1" smtClean="0">
                <a:latin typeface="Times New Roman" pitchFamily="18" charset="0"/>
                <a:cs typeface="Times New Roman" pitchFamily="18" charset="0"/>
              </a:rPr>
              <a:t>Narasimham</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SmartPen</a:t>
            </a:r>
            <a:r>
              <a:rPr lang="en-US" sz="2800" dirty="0" smtClean="0">
                <a:latin typeface="Times New Roman" pitchFamily="18" charset="0"/>
                <a:cs typeface="Times New Roman" pitchFamily="18" charset="0"/>
              </a:rPr>
              <a:t>: Online System for Automated Grading of Handwritten Answers using Deep Learning,” </a:t>
            </a:r>
            <a:r>
              <a:rPr lang="en-US" sz="2800" dirty="0" err="1" smtClean="0">
                <a:latin typeface="Times New Roman" pitchFamily="18" charset="0"/>
                <a:cs typeface="Times New Roman" pitchFamily="18" charset="0"/>
              </a:rPr>
              <a:t>IJRaset</a:t>
            </a:r>
            <a:r>
              <a:rPr lang="en-US" sz="2800" dirty="0" smtClean="0">
                <a:latin typeface="Times New Roman" pitchFamily="18" charset="0"/>
                <a:cs typeface="Times New Roman" pitchFamily="18" charset="0"/>
              </a:rPr>
              <a:t>, vol. 11, no. 5, pp. 15–21, 2025.</a:t>
            </a:r>
          </a:p>
          <a:p>
            <a:pPr marL="577850" indent="-577850" algn="just">
              <a:lnSpc>
                <a:spcPct val="90000"/>
              </a:lnSpc>
              <a:spcBef>
                <a:spcPts val="1000"/>
              </a:spcBef>
              <a:tabLst>
                <a:tab pos="0" algn="l"/>
              </a:tabLst>
            </a:pPr>
            <a:endParaRPr lang="en-US" sz="2800" b="0" strike="noStrike" spc="-1" dirty="0">
              <a:solidFill>
                <a:srgbClr val="000000"/>
              </a:solidFill>
              <a:latin typeface="Times New Roman" panose="02020603050405020304"/>
            </a:endParaRP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 name="PlaceHolder 1"/>
          <p:cNvSpPr>
            <a:spLocks noGrp="1"/>
          </p:cNvSpPr>
          <p:nvPr>
            <p:ph type="title"/>
          </p:nvPr>
        </p:nvSpPr>
        <p:spPr>
          <a:xfrm>
            <a:off x="0" y="232920"/>
            <a:ext cx="12191760" cy="714600"/>
          </a:xfrm>
          <a:prstGeom prst="rect">
            <a:avLst/>
          </a:prstGeom>
          <a:solidFill>
            <a:srgbClr val="FF6600"/>
          </a:solidFill>
          <a:ln w="0">
            <a:noFill/>
          </a:ln>
          <a:effectLst>
            <a:outerShdw blurRad="44280" dist="28080" dir="5400000" rotWithShape="0">
              <a:srgbClr val="000000">
                <a:alpha val="32000"/>
              </a:srgbClr>
            </a:outerShdw>
          </a:effectLst>
        </p:spPr>
        <p:txBody>
          <a:bodyPr lIns="90000" tIns="45000" rIns="90000" bIns="45000" anchor="t">
            <a:noAutofit/>
          </a:bodyPr>
          <a:lstStyle/>
          <a:p>
            <a:pPr>
              <a:lnSpc>
                <a:spcPct val="90000"/>
              </a:lnSpc>
            </a:pPr>
            <a:r>
              <a:rPr lang="en-IN" sz="4400" b="0" strike="noStrike" spc="-1" dirty="0">
                <a:solidFill>
                  <a:srgbClr val="FFFFFF"/>
                </a:solidFill>
                <a:latin typeface="Times New Roman" panose="02020603050405020304"/>
              </a:rPr>
              <a:t>Git Hub Dashboards of each student</a:t>
            </a:r>
            <a:endParaRPr lang="en-US" sz="4400" b="0" strike="noStrike" spc="-1" dirty="0">
              <a:solidFill>
                <a:srgbClr val="000000"/>
              </a:solidFill>
              <a:latin typeface="Calibri" panose="020F0502020204030204"/>
            </a:endParaRPr>
          </a:p>
        </p:txBody>
      </p:sp>
      <p:sp>
        <p:nvSpPr>
          <p:cNvPr id="3" name="Text Box 2"/>
          <p:cNvSpPr txBox="1"/>
          <p:nvPr/>
        </p:nvSpPr>
        <p:spPr>
          <a:xfrm>
            <a:off x="838200" y="6248400"/>
            <a:ext cx="4064000" cy="295275"/>
          </a:xfrm>
          <a:prstGeom prst="rect">
            <a:avLst/>
          </a:prstGeom>
          <a:noFill/>
        </p:spPr>
        <p:txBody>
          <a:bodyPr wrap="square" rtlCol="0">
            <a:noAutofit/>
          </a:bodyPr>
          <a:lstStyle/>
          <a:p>
            <a:pPr algn="l"/>
            <a:endParaRPr lang="en-US" dirty="0"/>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2000" y="1128316"/>
            <a:ext cx="9906000" cy="5267721"/>
          </a:xfrm>
          <a:prstGeom prst="rect">
            <a:avLst/>
          </a:prstGeom>
        </p:spPr>
      </p:pic>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 name="Rectangle 1"/>
          <p:cNvSpPr/>
          <p:nvPr/>
        </p:nvSpPr>
        <p:spPr>
          <a:xfrm>
            <a:off x="2632680" y="2375640"/>
            <a:ext cx="6848640" cy="165492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nSpc>
                <a:spcPct val="107000"/>
              </a:lnSpc>
              <a:spcAft>
                <a:spcPts val="800"/>
              </a:spcAft>
            </a:pPr>
            <a:r>
              <a:rPr lang="en-US" sz="9600" b="0" i="1" strike="noStrike" spc="-1">
                <a:solidFill>
                  <a:srgbClr val="FF6600"/>
                </a:solidFill>
                <a:latin typeface="Times New Roman" panose="02020603050405020304"/>
                <a:ea typeface="Calibri" panose="020F0502020204030204"/>
              </a:rPr>
              <a:t>Any Queries?</a:t>
            </a:r>
            <a:endParaRPr lang="en-IN" sz="9600" b="0" strike="noStrike" spc="-1">
              <a:latin typeface="Arial" panose="020B0604020202020204"/>
            </a:endParaRP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112</TotalTime>
  <Words>814</Words>
  <Application>Microsoft Office PowerPoint</Application>
  <PresentationFormat>Custom</PresentationFormat>
  <Paragraphs>77</Paragraphs>
  <Slides>11</Slides>
  <Notes>2</Notes>
  <HiddenSlides>0</HiddenSlides>
  <MMClips>0</MMClips>
  <ScaleCrop>false</ScaleCrop>
  <HeadingPairs>
    <vt:vector size="4" baseType="variant">
      <vt:variant>
        <vt:lpstr>Theme</vt:lpstr>
      </vt:variant>
      <vt:variant>
        <vt:i4>2</vt:i4>
      </vt:variant>
      <vt:variant>
        <vt:lpstr>Slide Titles</vt:lpstr>
      </vt:variant>
      <vt:variant>
        <vt:i4>11</vt:i4>
      </vt:variant>
    </vt:vector>
  </HeadingPairs>
  <TitlesOfParts>
    <vt:vector size="13" baseType="lpstr">
      <vt:lpstr>Office Theme</vt:lpstr>
      <vt:lpstr>Office Theme</vt:lpstr>
      <vt:lpstr>PowerPoint Presentation</vt:lpstr>
      <vt:lpstr>Contents</vt:lpstr>
      <vt:lpstr>Title Justification</vt:lpstr>
      <vt:lpstr>Abstract</vt:lpstr>
      <vt:lpstr>Problem Statement</vt:lpstr>
      <vt:lpstr>Objectives of Project</vt:lpstr>
      <vt:lpstr>Literature survey</vt:lpstr>
      <vt:lpstr>Proposed System</vt:lpstr>
      <vt:lpstr> References</vt:lpstr>
      <vt:lpstr>Git Hub Dashboards of each student</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venkatesh k</dc:creator>
  <cp:lastModifiedBy>HP</cp:lastModifiedBy>
  <cp:revision>157</cp:revision>
  <dcterms:created xsi:type="dcterms:W3CDTF">2019-06-11T05:35:00Z</dcterms:created>
  <dcterms:modified xsi:type="dcterms:W3CDTF">2025-12-19T06:11:59Z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9BB83942808244A299B002FD6DDC753B</vt:lpwstr>
  </property>
  <property fmtid="{D5CDD505-2E9C-101B-9397-08002B2CF9AE}" pid="3" name="KSOProductBuildVer">
    <vt:lpwstr>1033-12.2.0.18639</vt:lpwstr>
  </property>
  <property fmtid="{D5CDD505-2E9C-101B-9397-08002B2CF9AE}" pid="4" name="PresentationFormat">
    <vt:lpwstr>Widescreen</vt:lpwstr>
  </property>
  <property fmtid="{D5CDD505-2E9C-101B-9397-08002B2CF9AE}" pid="5" name="Slides">
    <vt:i4>8</vt:i4>
  </property>
</Properties>
</file>